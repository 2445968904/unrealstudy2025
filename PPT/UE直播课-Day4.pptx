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14="http://schemas.microsoft.com/office/powerpoint/2010/main" xmlns:a="http://schemas.openxmlformats.org/drawingml/2006/main" xmlns:p="http://schemas.openxmlformats.org/presentationml/2006/main" xmlns:r="http://schemas.openxmlformats.org/officeDocument/2006/relationships" xmlns:mc="http://schemas.openxmlformats.org/markup-compatibility/2006" firstSlideNum="1" mc:Ignorable="p14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  <p:defaultTextStyle>
    <a:lvl1pPr marL="0" lvl="0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1pPr>
    <a:lvl2pPr marL="457200" lvl="1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2pPr>
    <a:lvl3pPr marL="914400" lvl="2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3pPr>
    <a:lvl4pPr marL="1371600" lvl="3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4pPr>
    <a:lvl5pPr marL="1828800" lvl="4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5pPr>
    <a:lvl6pPr marL="2286000" lvl="5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6pPr>
    <a:lvl7pPr marL="2743200" lvl="6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7pPr>
    <a:lvl8pPr marL="3200400" lvl="7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8pPr>
    <a:lvl9pPr marL="3657600" lvl="8" algn="l" defTabSz="914400">
      <a:lnSpc>
        <a:spcPct val="130000"/>
      </a:lnSpc>
      <a:defRPr sz="1800" kern="1200">
        <a:solidFill>
          <a:schemeClr val="tx1"/>
        </a:solidFill>
        <a:latin typeface="Arial"/>
        <a:ea typeface="Microsoft YaHei"/>
      </a:defRPr>
    </a:lvl9pPr>
  </p:defaultTextStyle>
  <p:extLst>
    <p:ext uri="{521415D9-36F7-43E2-AB2F-B90AF26B5E84}">
      <p14:sectionLst>
        <p14:section name="默认节" id="{FC042C2C-5591-49E0-B991-52FA0F0CA64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</p:extLst>
</p:presentation>
</file>

<file path=ppt/tableStyles.xml><?xml version="1.0" encoding="utf-8"?>
<a:tblStyleLst xmlns:a="http://schemas.openxmlformats.org/drawingml/2006/main" def="{5C22544A-7EE6-4342-B048-85BDC9FD1C3A}">
  <a:tblStyle styleId="{58542034-FE4F-4ADA-92B8-4CA66D0F0DF3}" styleName="腾讯文档-基本">
    <a:wholeTbl>
      <a:tcTxStyle>
        <a:fontRef idx="minor"/>
        <a:srgbClr val="000000"/>
      </a:tcTxStyle>
      <a:tcStyle>
        <a:tcBdr>
          <a:left>
            <a:ln w="12700" cmpd="sng">
              <a:solidFill>
                <a:srgbClr val="999999"/>
              </a:solidFill>
            </a:ln>
          </a:left>
          <a:right>
            <a:ln w="12700" cmpd="sng">
              <a:solidFill>
                <a:srgbClr val="999999"/>
              </a:solidFill>
            </a:ln>
          </a:right>
          <a:top>
            <a:ln w="12700" cmpd="sng">
              <a:solidFill>
                <a:srgbClr val="999999"/>
              </a:solidFill>
            </a:ln>
          </a:top>
          <a:bottom>
            <a:ln w="12700" cmpd="sng">
              <a:solidFill>
                <a:srgbClr val="999999"/>
              </a:solidFill>
            </a:ln>
          </a:bottom>
          <a:insideH>
            <a:ln w="12700" cmpd="sng">
              <a:solidFill>
                <a:srgbClr val="999999"/>
              </a:solidFill>
            </a:ln>
          </a:insideH>
          <a:insideV>
            <a:ln w="12700" cmpd="sng">
              <a:solidFill>
                <a:srgbClr val="999999"/>
              </a:solidFill>
            </a:ln>
          </a:insideV>
        </a:tcBdr>
        <a:fill>
          <a:solidFill>
            <a:srgbClr val="FFFFFF"/>
          </a:solidFill>
        </a:fill>
      </a:tcStyle>
    </a:wholeTbl>
  </a:tblStyle>
</a:tblStyleLst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11" Type="http://schemas.openxmlformats.org/officeDocument/2006/relationships/tableStyles" Target="tableStyles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lvl="0" algn="ctr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lvl="0" indent="0" algn="ctr">
              <a:buNone/>
              <a:defRPr sz="2400"/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pPr/>
            <a:r>
              <a:rPr lang="zh-CN"/>
              <a:t>单击此处编辑母版副标题样式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F7DC6A6-BF1E-4CE5-B3E6-718B8EA0B82A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8FC705DF-EB6A-4429-A9CF-8086C29D54D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>
  <p:cSld name="标题和内容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9" name="内容占位符 2"/>
          <p:cNvSpPr>
            <a:spLocks noGrp="true"/>
          </p:cNvSpPr>
          <p:nvPr>
            <p:ph idx="1"/>
          </p:nvPr>
        </p:nvSpPr>
        <p:spPr/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0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7B03108F-6D01-401F-BB83-A4EE273EE035}" type="datetime1">
              <a:rPr lang="zh-CN"/>
              <a:t>2022/12/22</a:t>
            </a:fld>
            <a:endParaRPr lang="zh-CN"/>
          </a:p>
        </p:txBody>
      </p:sp>
      <p:sp>
        <p:nvSpPr>
          <p:cNvPr id="11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2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2A18DFAB-279D-45FB-8988-01B47F34F95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>
  <p:cSld name="节标题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 1"/>
          <p:cNvSpPr>
            <a:spLocks noGrp="true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lvl="0">
              <a:defRPr sz="60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1" name="文本占位符 2"/>
          <p:cNvSpPr>
            <a:spLocks noGrp="true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lv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22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8D5B006A-3E28-4231-AF04-14767498E664}" type="datetime1">
              <a:rPr lang="zh-CN"/>
              <a:t>2022/12/22</a:t>
            </a:fld>
            <a:endParaRPr lang="zh-CN"/>
          </a:p>
        </p:txBody>
      </p:sp>
      <p:sp>
        <p:nvSpPr>
          <p:cNvPr id="23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24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8B94FA0-F740-4CDC-A935-5AEA919A98DA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>
  <p:cSld name="两栏内容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27" name="内容占位符 2"/>
          <p:cNvSpPr>
            <a:spLocks noGrp="true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8" name="内容占位符 3"/>
          <p:cNvSpPr>
            <a:spLocks noGrp="true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29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A1F3BCCF-927F-4C14-9052-F5177C3C439D}" type="datetime1">
              <a:rPr lang="zh-CN"/>
              <a:t>2022/12/22</a:t>
            </a:fld>
            <a:endParaRPr lang="zh-CN"/>
          </a:p>
        </p:txBody>
      </p:sp>
      <p:sp>
        <p:nvSpPr>
          <p:cNvPr id="30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31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408259AF-2A25-452C-AA5F-7B080E8C5A7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>
  <p:cSld name="比较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标题 1"/>
          <p:cNvSpPr>
            <a:spLocks noGrp="true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4" name="文本占位符 2"/>
          <p:cNvSpPr>
            <a:spLocks noGrp="true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5" name="内容占位符 3"/>
          <p:cNvSpPr>
            <a:spLocks noGrp="true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6" name="文本占位符 4"/>
          <p:cNvSpPr>
            <a:spLocks noGrp="true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lvl="0" indent="0">
              <a:buNone/>
              <a:defRPr sz="2400" b="true"/>
            </a:lvl1pPr>
            <a:lvl2pPr marL="457200" lvl="1" indent="0">
              <a:buNone/>
              <a:defRPr sz="2000" b="true"/>
            </a:lvl2pPr>
            <a:lvl3pPr marL="914400" lvl="2" indent="0">
              <a:buNone/>
              <a:defRPr sz="1800" b="true"/>
            </a:lvl3pPr>
            <a:lvl4pPr marL="1371600" lvl="3" indent="0">
              <a:buNone/>
              <a:defRPr sz="1600" b="true"/>
            </a:lvl4pPr>
            <a:lvl5pPr marL="1828800" lvl="4" indent="0">
              <a:buNone/>
              <a:defRPr sz="1600" b="true"/>
            </a:lvl5pPr>
            <a:lvl6pPr marL="2286000" lvl="5" indent="0">
              <a:buNone/>
              <a:defRPr sz="1600" b="true"/>
            </a:lvl6pPr>
            <a:lvl7pPr marL="2743200" lvl="6" indent="0">
              <a:buNone/>
              <a:defRPr sz="1600" b="true"/>
            </a:lvl7pPr>
            <a:lvl8pPr marL="3200400" lvl="7" indent="0">
              <a:buNone/>
              <a:defRPr sz="1600" b="true"/>
            </a:lvl8pPr>
            <a:lvl9pPr marL="3657600" lvl="8" indent="0">
              <a:buNone/>
              <a:defRPr sz="1600" b="true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37" name="内容占位符 5"/>
          <p:cNvSpPr>
            <a:spLocks noGrp="true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38" name="日期占位符 6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19FF268-CF0C-4595-A6A8-A0B1FC2FEB42}" type="datetime1">
              <a:rPr lang="zh-CN"/>
              <a:t>2022/12/22</a:t>
            </a:fld>
            <a:endParaRPr lang="zh-CN"/>
          </a:p>
        </p:txBody>
      </p:sp>
      <p:sp>
        <p:nvSpPr>
          <p:cNvPr id="39" name="页脚占位符 7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0" name="灯片编号占位符 8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63A90A56-B7DA-460C-8F46-95BFAF0AF95F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>
  <p:cSld name="仅标题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43" name="日期占位符 2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E05E0E50-3259-4429-AAEB-7BA10F2285FC}" type="datetime1">
              <a:rPr lang="zh-CN"/>
              <a:t>2022/12/22</a:t>
            </a:fld>
            <a:endParaRPr lang="zh-CN"/>
          </a:p>
        </p:txBody>
      </p:sp>
      <p:sp>
        <p:nvSpPr>
          <p:cNvPr id="44" name="页脚占位符 3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5" name="灯片编号占位符 4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C2178EC5-58A4-4F44-B83C-34BE3E218ABE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>
  <p:cSld name="空白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1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03EF5456-EA9D-47AD-816E-BBFCE6D3FB5C}" type="datetime1">
              <a:rPr lang="zh-CN"/>
              <a:t>2022/12/22</a:t>
            </a:fld>
            <a:endParaRPr lang="zh-CN"/>
          </a:p>
        </p:txBody>
      </p:sp>
      <p:sp>
        <p:nvSpPr>
          <p:cNvPr id="48" name="页脚占位符 2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49" name="灯片编号占位符 3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E3199BA4-F8C4-48F6-BF3D-6D4BD834E815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>
  <p:cSld name="内容与标题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2" name="内容占位符 2"/>
          <p:cNvSpPr>
            <a:spLocks noGrp="true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lvl="0">
              <a:defRPr sz="3200"/>
            </a:lvl1pPr>
            <a:lvl2pPr lvl="1">
              <a:defRPr sz="2800"/>
            </a:lvl2pPr>
            <a:lvl3pPr lvl="2">
              <a:defRPr sz="2400"/>
            </a:lvl3pPr>
            <a:lvl4pPr lvl="3">
              <a:defRPr sz="2000"/>
            </a:lvl4pPr>
            <a:lvl5pPr lvl="4">
              <a:defRPr sz="2000"/>
            </a:lvl5pPr>
            <a:lvl6pPr lvl="5">
              <a:defRPr sz="2000"/>
            </a:lvl6pPr>
            <a:lvl7pPr lvl="6">
              <a:defRPr sz="2000"/>
            </a:lvl7pPr>
            <a:lvl8pPr lvl="7">
              <a:defRPr sz="2000"/>
            </a:lvl8pPr>
            <a:lvl9pPr lvl="8">
              <a:defRPr sz="2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53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54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BDD0B665-21F2-4210-A0AB-1FF516ABB0EC}" type="datetime1">
              <a:rPr lang="zh-CN"/>
              <a:t>2022/12/22</a:t>
            </a:fld>
            <a:endParaRPr lang="zh-CN"/>
          </a:p>
        </p:txBody>
      </p:sp>
      <p:sp>
        <p:nvSpPr>
          <p:cNvPr id="55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56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D3120986-D9F8-450A-8E8A-7B53A97B66E9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>
  <p:cSld name="图片与标题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标题 1"/>
          <p:cNvSpPr>
            <a:spLocks noGrp="true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 lvl="0">
              <a:defRPr sz="3200"/>
            </a:lvl1pPr>
          </a:lstStyle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59" name="图片占位符 2"/>
          <p:cNvSpPr>
            <a:spLocks noGrp="true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lvl="0" indent="0">
              <a:buNone/>
              <a:defRPr sz="3200"/>
            </a:lvl1pPr>
            <a:lvl2pPr marL="457200" lvl="1" indent="0">
              <a:buNone/>
              <a:defRPr sz="2800"/>
            </a:lvl2pPr>
            <a:lvl3pPr marL="914400" lvl="2" indent="0">
              <a:buNone/>
              <a:defRPr sz="2400"/>
            </a:lvl3pPr>
            <a:lvl4pPr marL="1371600" lvl="3" indent="0">
              <a:buNone/>
              <a:defRPr sz="2000"/>
            </a:lvl4pPr>
            <a:lvl5pPr marL="1828800" lvl="4" indent="0">
              <a:buNone/>
              <a:defRPr sz="2000"/>
            </a:lvl5pPr>
            <a:lvl6pPr marL="2286000" lvl="5" indent="0">
              <a:buNone/>
              <a:defRPr sz="2000"/>
            </a:lvl6pPr>
            <a:lvl7pPr marL="2743200" lvl="6" indent="0">
              <a:buNone/>
              <a:defRPr sz="2000"/>
            </a:lvl7pPr>
            <a:lvl8pPr marL="3200400" lvl="7" indent="0">
              <a:buNone/>
              <a:defRPr sz="2000"/>
            </a:lvl8pPr>
            <a:lvl9pPr marL="3657600" lvl="8" indent="0">
              <a:buNone/>
              <a:defRPr sz="2000"/>
            </a:lvl9pPr>
          </a:lstStyle>
          <a:p>
            <a:pPr/>
            <a:endParaRPr lang="zh-CN"/>
          </a:p>
        </p:txBody>
      </p:sp>
      <p:sp>
        <p:nvSpPr>
          <p:cNvPr id="60" name="文本占位符 3"/>
          <p:cNvSpPr>
            <a:spLocks noGrp="true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lvl="0" indent="0">
              <a:buNone/>
              <a:defRPr sz="1600"/>
            </a:lvl1pPr>
            <a:lvl2pPr marL="457200" lvl="1" indent="0">
              <a:buNone/>
              <a:defRPr sz="1400"/>
            </a:lvl2pPr>
            <a:lvl3pPr marL="914400" lvl="2" indent="0">
              <a:buNone/>
              <a:defRPr sz="1200"/>
            </a:lvl3pPr>
            <a:lvl4pPr marL="1371600" lvl="3" indent="0">
              <a:buNone/>
              <a:defRPr sz="1000"/>
            </a:lvl4pPr>
            <a:lvl5pPr marL="1828800" lvl="4" indent="0">
              <a:buNone/>
              <a:defRPr sz="1000"/>
            </a:lvl5pPr>
            <a:lvl6pPr marL="2286000" lvl="5" indent="0">
              <a:buNone/>
              <a:defRPr sz="1000"/>
            </a:lvl6pPr>
            <a:lvl7pPr marL="2743200" lvl="6" indent="0">
              <a:buNone/>
              <a:defRPr sz="1000"/>
            </a:lvl7pPr>
            <a:lvl8pPr marL="3200400" lvl="7" indent="0">
              <a:buNone/>
              <a:defRPr sz="1000"/>
            </a:lvl8pPr>
            <a:lvl9pPr marL="3657600" lvl="8" indent="0">
              <a:buNone/>
              <a:defRPr sz="1000"/>
            </a:lvl9pPr>
          </a:lstStyle>
          <a:p>
            <a:pPr lvl="0"/>
            <a:r>
              <a:rPr lang="zh-CN"/>
              <a:t>单击此处编辑母版文本样式</a:t>
            </a:r>
            <a:endParaRPr/>
          </a:p>
        </p:txBody>
      </p:sp>
      <p:sp>
        <p:nvSpPr>
          <p:cNvPr id="61" name="日期占位符 4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4E233BD8-DB7E-4E6E-9456-6D1E77C88269}" type="datetime1">
              <a:rPr lang="zh-CN"/>
              <a:t>2022/12/22</a:t>
            </a:fld>
            <a:endParaRPr lang="zh-CN"/>
          </a:p>
        </p:txBody>
      </p:sp>
      <p:sp>
        <p:nvSpPr>
          <p:cNvPr id="62" name="页脚占位符 5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3" name="灯片编号占位符 6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747CCC7F-E1A2-469B-A337-764C3DF07313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>
  <p:cSld name="标题和竖排文字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标题 1"/>
          <p:cNvSpPr>
            <a:spLocks noGrp="true"/>
          </p:cNvSpPr>
          <p:nvPr>
            <p:ph type="title"/>
          </p:nvPr>
        </p:nvSpPr>
        <p:spPr/>
        <p:txBody>
          <a:bodyPr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66" name="竖排文字占位符 2"/>
          <p:cNvSpPr>
            <a:spLocks noGrp="true"/>
          </p:cNvSpPr>
          <p:nvPr>
            <p:ph type="body" idx="1"/>
          </p:nvPr>
        </p:nvSpPr>
        <p:spPr/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67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9772B07E-4E44-4E95-89AF-F1EF6F4CC7EC}" type="datetime1">
              <a:rPr lang="zh-CN"/>
              <a:t>2022/12/22</a:t>
            </a:fld>
            <a:endParaRPr lang="zh-CN"/>
          </a:p>
        </p:txBody>
      </p:sp>
      <p:sp>
        <p:nvSpPr>
          <p:cNvPr id="68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69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10D47AF7-089F-4725-8B45-DEA8A59F6C62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>
  <p:cSld name="竖排标题与文本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竖排标题 1"/>
          <p:cNvSpPr>
            <a:spLocks noGrp="true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15" name="竖排文字占位符 2"/>
          <p:cNvSpPr>
            <a:spLocks noGrp="true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16" name="日期占位符 3"/>
          <p:cNvSpPr>
            <a:spLocks noGrp="true"/>
          </p:cNvSpPr>
          <p:nvPr>
            <p:ph type="dt" idx="10"/>
          </p:nvPr>
        </p:nvSpPr>
        <p:spPr/>
        <p:txBody>
          <a:bodyPr/>
          <a:p>
            <a:pPr/>
            <a:fld id="{17AA1729-FFEC-4670-BE57-9BB1B6CF1583}" type="datetime1">
              <a:rPr lang="zh-CN"/>
              <a:t>2022/12/22</a:t>
            </a:fld>
            <a:endParaRPr lang="zh-CN"/>
          </a:p>
        </p:txBody>
      </p:sp>
      <p:sp>
        <p:nvSpPr>
          <p:cNvPr id="17" name="页脚占位符 4"/>
          <p:cNvSpPr>
            <a:spLocks noGrp="true"/>
          </p:cNvSpPr>
          <p:nvPr>
            <p:ph type="ftr" idx="11"/>
          </p:nvPr>
        </p:nvSpPr>
        <p:spPr/>
        <p:txBody>
          <a:bodyPr/>
          <a:p>
            <a:pPr/>
            <a:endParaRPr lang="zh-CN"/>
          </a:p>
        </p:txBody>
      </p:sp>
      <p:sp>
        <p:nvSpPr>
          <p:cNvPr id="18" name="灯片编号占位符 5"/>
          <p:cNvSpPr>
            <a:spLocks noGrp="true"/>
          </p:cNvSpPr>
          <p:nvPr>
            <p:ph type="sldNum" idx="12"/>
          </p:nvPr>
        </p:nvSpPr>
        <p:spPr/>
        <p:txBody>
          <a:bodyPr/>
          <a:p>
            <a:pPr/>
            <a:fld id="{A7AACFD0-6D64-47CD-A483-D6FD45307366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6" Type="http://schemas.openxmlformats.org/officeDocument/2006/relationships/slideLayout" Target="../slideLayouts/slideLayout7.xml" /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true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vert="horz" lIns="91440" tIns="45720" rIns="91440" bIns="45720" anchor="ctr">
            <a:normAutofit/>
          </a:bodyPr>
          <a:p>
            <a:pPr/>
            <a:r>
              <a:rPr lang="zh-CN"/>
              <a:t>单击此处编辑母版标题样式</a:t>
            </a:r>
            <a:endParaRPr/>
          </a:p>
        </p:txBody>
      </p:sp>
      <p:sp>
        <p:nvSpPr>
          <p:cNvPr id="3" name="文本占位符 2"/>
          <p:cNvSpPr>
            <a:spLocks noGrp="true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vert="horz" lIns="91440" tIns="45720" rIns="91440" bIns="45720">
            <a:normAutofit/>
          </a:bodyPr>
          <a:p>
            <a:pPr lvl="0"/>
            <a:r>
              <a:rPr lang="zh-CN"/>
              <a:t>单击此处编辑母版文本样式</a:t>
            </a:r>
            <a:endParaRPr/>
          </a:p>
          <a:p>
            <a:pPr lvl="1"/>
            <a:r>
              <a:rPr lang="zh-CN"/>
              <a:t>二级</a:t>
            </a:r>
            <a:endParaRPr/>
          </a:p>
          <a:p>
            <a:pPr lvl="2"/>
            <a:r>
              <a:rPr lang="zh-CN"/>
              <a:t>三级</a:t>
            </a:r>
            <a:endParaRPr/>
          </a:p>
          <a:p>
            <a:pPr lvl="3"/>
            <a:r>
              <a:rPr lang="zh-CN"/>
              <a:t>四级</a:t>
            </a:r>
            <a:endParaRPr/>
          </a:p>
          <a:p>
            <a:pPr lvl="4"/>
            <a:r>
              <a:rPr lang="zh-CN"/>
              <a:t>五级</a:t>
            </a:r>
            <a:endParaRPr/>
          </a:p>
        </p:txBody>
      </p:sp>
      <p:sp>
        <p:nvSpPr>
          <p:cNvPr id="4" name="日期占位符 3"/>
          <p:cNvSpPr>
            <a:spLocks noGrp="true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4ADBE2-30DF-480B-A5CC-C216012A8DE2}" type="datetime1">
              <a:rPr lang="zh-CN"/>
              <a:t>2022/12/22</a:t>
            </a:fld>
            <a:endParaRPr lang="zh-CN"/>
          </a:p>
        </p:txBody>
      </p:sp>
      <p:sp>
        <p:nvSpPr>
          <p:cNvPr id="5" name="页脚占位符 4"/>
          <p:cNvSpPr>
            <a:spLocks noGrp="true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zh-CN"/>
          </a:p>
        </p:txBody>
      </p:sp>
      <p:sp>
        <p:nvSpPr>
          <p:cNvPr id="6" name="灯片编号占位符 5"/>
          <p:cNvSpPr>
            <a:spLocks noGrp="true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DD09DED9-3562-4003-9ED4-F9F7C2DA97F0}" type="slidenum">
              <a:rPr lang="zh-CN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lvl="0" algn="l" defTabSz="914400">
        <a:lnSpc>
          <a:spcPct val="130000"/>
        </a:lnSpc>
        <a:spcBef>
          <a:spcPct val="1"/>
        </a:spcBef>
        <a:buNone/>
        <a:defRPr sz="4400" kern="1200">
          <a:solidFill>
            <a:schemeClr val="tx1"/>
          </a:solidFill>
          <a:latin typeface="Arial"/>
          <a:ea typeface="Microsoft YaHei"/>
        </a:defRPr>
      </a:lvl1pPr>
    </p:titleStyle>
    <p:bodyStyle>
      <a:lvl1pPr marL="228600" lvl="0" indent="-228600" algn="l" defTabSz="914400">
        <a:lnSpc>
          <a:spcPct val="130000"/>
        </a:lnSpc>
        <a:spcBef>
          <a:spcPts val="1000"/>
        </a:spcBef>
        <a:buFont typeface="Arial" charset="0"/>
        <a:buChar char="•"/>
        <a:defRPr sz="2800" kern="1200">
          <a:solidFill>
            <a:schemeClr val="tx1"/>
          </a:solidFill>
          <a:latin typeface="Arial"/>
          <a:ea typeface="Microsoft YaHei"/>
        </a:defRPr>
      </a:lvl1pPr>
      <a:lvl2pPr marL="685800" lvl="1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400" kern="1200">
          <a:solidFill>
            <a:schemeClr val="tx1"/>
          </a:solidFill>
          <a:latin typeface="Arial"/>
          <a:ea typeface="Microsoft YaHei"/>
        </a:defRPr>
      </a:lvl2pPr>
      <a:lvl3pPr marL="1143000" lvl="2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2000" kern="1200">
          <a:solidFill>
            <a:schemeClr val="tx1"/>
          </a:solidFill>
          <a:latin typeface="Arial"/>
          <a:ea typeface="Microsoft YaHei"/>
        </a:defRPr>
      </a:lvl3pPr>
      <a:lvl4pPr marL="1600200" lvl="3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4pPr>
      <a:lvl5pPr marL="2057400" lvl="4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5pPr>
      <a:lvl6pPr marL="2514600" lvl="5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6pPr>
      <a:lvl7pPr marL="2971800" lvl="6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7pPr>
      <a:lvl8pPr marL="3429000" lvl="7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8pPr>
      <a:lvl9pPr marL="3886200" lvl="8" indent="-228600" algn="l" defTabSz="914400">
        <a:lnSpc>
          <a:spcPct val="130000"/>
        </a:lnSpc>
        <a:spcBef>
          <a:spcPts val="500"/>
        </a:spcBef>
        <a:buFont typeface="Arial" charset="0"/>
        <a:buChar char="•"/>
        <a:defRPr sz="1800" kern="1200">
          <a:solidFill>
            <a:schemeClr val="tx1"/>
          </a:solidFill>
          <a:latin typeface="Arial"/>
          <a:ea typeface="Microsoft YaHei"/>
        </a:defRPr>
      </a:lvl9pPr>
    </p:bodyStyle>
    <p:otherStyle>
      <a:lvl1pPr marL="0" lvl="0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1pPr>
      <a:lvl2pPr marL="457200" lvl="1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2pPr>
      <a:lvl3pPr marL="914400" lvl="2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3pPr>
      <a:lvl4pPr marL="1371600" lvl="3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4pPr>
      <a:lvl5pPr marL="1828800" lvl="4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5pPr>
      <a:lvl6pPr marL="2286000" lvl="5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6pPr>
      <a:lvl7pPr marL="2743200" lvl="6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7pPr>
      <a:lvl8pPr marL="3200400" lvl="7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8pPr>
      <a:lvl9pPr marL="3657600" lvl="8" algn="l" defTabSz="914400">
        <a:lnSpc>
          <a:spcPct val="130000"/>
        </a:lnSpc>
        <a:defRPr sz="1800" kern="1200">
          <a:solidFill>
            <a:schemeClr val="tx1"/>
          </a:solidFill>
          <a:latin typeface="Arial"/>
          <a:ea typeface="Microsoft YaHei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2" Type="http://schemas.openxmlformats.org/officeDocument/2006/relationships/image" Target="media/image4.png" /><Relationship Id="rId0" Type="http://schemas.openxmlformats.org/officeDocument/2006/relationships/slideLayout" Target="../slideLayouts/slideLayout2.xml" /><Relationship Id="rId1" Type="http://schemas.openxmlformats.org/officeDocument/2006/relationships/image" Target="media/image3.png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2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2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2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2.xml" /><Relationship Id="rId2" Type="http://schemas.openxmlformats.org/officeDocument/2006/relationships/image" Target="media/image2.png" /><Relationship Id="rId1" Type="http://schemas.openxmlformats.org/officeDocument/2006/relationships/image" Target="media/image1.png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true"/>
          </p:cNvSpPr>
          <p:nvPr>
            <p:ph type="ctr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en-US"/>
              <a:t>UE</a:t>
            </a:r>
            <a:r>
              <a:rPr lang="zh-CN"/>
              <a:t>直播课</a:t>
            </a:r>
            <a:r>
              <a:rPr lang="en-US"/>
              <a:t>-Day4</a:t>
            </a:r>
            <a:endParaRPr lang="zh-CN"/>
          </a:p>
        </p:txBody>
      </p:sp>
      <p:sp>
        <p:nvSpPr>
          <p:cNvPr id="3" name="副标题 2"/>
          <p:cNvSpPr>
            <a:spLocks noGrp="true"/>
          </p:cNvSpPr>
          <p:nvPr>
            <p:ph type="subTitle" idx="1"/>
          </p:nvPr>
        </p:nvSpPr>
        <p:spPr>
          <a:xfrm rot="0" flipH="false" flipV="false">
            <a:off x="1530350" y="3602038"/>
            <a:ext cx="9144000" cy="1655761"/>
          </a:xfrm>
        </p:spPr>
        <p:txBody>
          <a:bodyPr>
            <a:normAutofit fontScale="100000"/>
          </a:bodyPr>
          <a:lstStyle/>
          <a:p>
            <a:pPr>
              <a:buFont typeface="Arial" charset="0"/>
              <a:buNone/>
            </a:pPr>
            <a:r>
              <a:rPr lang="zh-CN"/>
              <a:t>蓝图编辑器第二讲</a:t>
            </a:r>
            <a:r>
              <a:rPr lang="en-US"/>
              <a:t>    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1"/>
          <p:cNvSpPr>
            <a:spLocks noGrp="true"/>
          </p:cNvSpPr>
          <p:nvPr>
            <p:ph type="ctr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第一小节</a:t>
            </a:r>
            <a:r>
              <a:rPr lang="en-US"/>
              <a:t> </a:t>
            </a:r>
            <a:r>
              <a:rPr lang="zh-CN"/>
              <a:t>事件和函数</a:t>
            </a:r>
            <a:endParaRPr lang="zh-CN"/>
          </a:p>
        </p:txBody>
      </p:sp>
      <p:sp>
        <p:nvSpPr>
          <p:cNvPr id="11" name="副标题 2"/>
          <p:cNvSpPr>
            <a:spLocks noGrp="true"/>
          </p:cNvSpPr>
          <p:nvPr>
            <p:ph type="subTitle" idx="1"/>
          </p:nvPr>
        </p:nvSpPr>
        <p:spPr>
          <a:xfrm rot="0" flipH="false" flipV="false">
            <a:off x="1530350" y="3602038"/>
            <a:ext cx="9144000" cy="1655761"/>
          </a:xfrm>
        </p:spPr>
        <p:txBody>
          <a:bodyPr>
            <a:normAutofit fontScale="100000"/>
          </a:bodyPr>
          <a:lstStyle/>
          <a:p>
            <a:pPr>
              <a:buFont typeface="Arial" charset="0"/>
              <a:buNone/>
            </a:pPr>
            <a:r>
              <a:rPr lang="en-US"/>
              <a:t>    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事件和函数</a:t>
            </a:r>
            <a:endParaRPr/>
          </a:p>
        </p:txBody>
      </p:sp>
      <p:sp>
        <p:nvSpPr>
          <p:cNvPr id="14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创建一个事件和函数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事件和函数的区别</a:t>
            </a:r>
            <a:r>
              <a:rPr lang="en-US"/>
              <a:t> </a:t>
            </a:r>
            <a:r>
              <a:rPr lang="zh-CN"/>
              <a:t>事件是特殊的函数</a:t>
            </a:r>
            <a:endParaRPr/>
          </a:p>
          <a:p>
            <a:pPr>
              <a:buFont typeface="Arial" charset="0"/>
              <a:buChar char="•"/>
            </a:pPr>
            <a:endParaRPr lang="en-US"/>
          </a:p>
        </p:txBody>
      </p:sp>
      <p:pic>
        <p:nvPicPr>
          <p:cNvPr id="15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1191214" y="3167806"/>
            <a:ext cx="3492608" cy="2711834"/>
          </a:xfrm>
          <a:prstGeom prst="rect"/>
        </p:spPr>
      </p:pic>
      <p:pic>
        <p:nvPicPr>
          <p:cNvPr id="16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4826433" y="3167806"/>
            <a:ext cx="5975444" cy="2711834"/>
          </a:xfrm>
          <a:prstGeom prst="rect"/>
        </p:spPr>
      </p:pic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从组件中添加事件</a:t>
            </a:r>
            <a:endParaRPr/>
          </a:p>
        </p:txBody>
      </p:sp>
      <p:sp>
        <p:nvSpPr>
          <p:cNvPr id="19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来到</a:t>
            </a:r>
            <a:r>
              <a:rPr lang="en-US"/>
              <a:t>Blueprint_Advanced</a:t>
            </a:r>
            <a:r>
              <a:rPr lang="zh-CN"/>
              <a:t>地图下面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先查看这个碰撞触发盒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找到</a:t>
            </a:r>
            <a:r>
              <a:rPr lang="en-US"/>
              <a:t>BeginOverlap</a:t>
            </a:r>
            <a:r>
              <a:rPr lang="zh-CN"/>
              <a:t>事件，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这个事件就是在碰撞发生的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时候触发的</a:t>
            </a:r>
            <a:endParaRPr/>
          </a:p>
        </p:txBody>
      </p:sp>
      <p:pic>
        <p:nvPicPr>
          <p:cNvPr id="2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5556048" y="2551627"/>
            <a:ext cx="5876119" cy="3625336"/>
          </a:xfrm>
          <a:prstGeom prst="rect"/>
        </p:spPr>
      </p:pic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门</a:t>
            </a:r>
            <a:endParaRPr/>
          </a:p>
        </p:txBody>
      </p:sp>
      <p:sp>
        <p:nvSpPr>
          <p:cNvPr id="23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en-US"/>
              <a:t>1.</a:t>
            </a:r>
            <a:r>
              <a:rPr lang="zh-CN"/>
              <a:t>回顾上次课所学的</a:t>
            </a:r>
            <a:r>
              <a:rPr lang="en-US"/>
              <a:t>Timeline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2.</a:t>
            </a:r>
            <a:r>
              <a:rPr lang="zh-CN"/>
              <a:t>用</a:t>
            </a:r>
            <a:r>
              <a:rPr lang="en-US"/>
              <a:t>Time</a:t>
            </a:r>
            <a:r>
              <a:rPr lang="zh-CN"/>
              <a:t>做出关门和开门的效果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3.</a:t>
            </a:r>
            <a:r>
              <a:rPr lang="zh-CN"/>
              <a:t>用变量来表示开门的方向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4.</a:t>
            </a:r>
            <a:r>
              <a:rPr lang="zh-CN"/>
              <a:t>通过重叠组件的判断来关开门</a:t>
            </a:r>
            <a:endParaRPr/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标题 1"/>
          <p:cNvSpPr>
            <a:spLocks noGrp="true"/>
          </p:cNvSpPr>
          <p:nvPr>
            <p:ph type="ctr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第二小节</a:t>
            </a:r>
            <a:r>
              <a:rPr lang="en-US"/>
              <a:t> </a:t>
            </a:r>
            <a:r>
              <a:rPr lang="zh-CN"/>
              <a:t>循环</a:t>
            </a:r>
            <a:endParaRPr lang="zh-CN"/>
          </a:p>
        </p:txBody>
      </p:sp>
      <p:sp>
        <p:nvSpPr>
          <p:cNvPr id="26" name="副标题 2"/>
          <p:cNvSpPr>
            <a:spLocks noGrp="true"/>
          </p:cNvSpPr>
          <p:nvPr>
            <p:ph type="subTitle" idx="1"/>
          </p:nvPr>
        </p:nvSpPr>
        <p:spPr>
          <a:xfrm rot="0" flipH="false" flipV="false">
            <a:off x="1530350" y="3602038"/>
            <a:ext cx="9144000" cy="1655761"/>
          </a:xfrm>
        </p:spPr>
        <p:txBody>
          <a:bodyPr>
            <a:normAutofit fontScale="100000"/>
          </a:bodyPr>
          <a:lstStyle/>
          <a:p>
            <a:pPr>
              <a:buFont typeface="Arial" charset="0"/>
              <a:buNone/>
            </a:pPr>
            <a:r>
              <a:rPr lang="en-US"/>
              <a:t>    </a:t>
            </a:r>
            <a:endParaRPr 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循环的理解</a:t>
            </a:r>
            <a:endParaRPr/>
          </a:p>
        </p:txBody>
      </p:sp>
      <p:sp>
        <p:nvSpPr>
          <p:cNvPr id="29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让电脑重复的执行多次工作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如图所示这个就是可以让电脑</a:t>
            </a:r>
            <a:br>
              <a:rPr/>
            </a:br>
            <a:r>
              <a:rPr lang="zh-CN"/>
              <a:t>执行</a:t>
            </a:r>
            <a:r>
              <a:rPr lang="en-US"/>
              <a:t>100</a:t>
            </a:r>
            <a:r>
              <a:rPr lang="zh-CN"/>
              <a:t>次相同任务的节点</a:t>
            </a:r>
            <a:endParaRPr/>
          </a:p>
        </p:txBody>
      </p:sp>
      <p:pic>
        <p:nvPicPr>
          <p:cNvPr id="30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6096000" y="2652763"/>
            <a:ext cx="4181475" cy="3219450"/>
          </a:xfrm>
          <a:prstGeom prst="rect"/>
        </p:spPr>
      </p:pic>
    </p:spTree>
  </p:cSld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制作一个栅栏</a:t>
            </a:r>
            <a:endParaRPr/>
          </a:p>
        </p:txBody>
      </p:sp>
      <p:sp>
        <p:nvSpPr>
          <p:cNvPr id="33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打开</a:t>
            </a:r>
            <a:r>
              <a:rPr lang="en-US"/>
              <a:t>Blueprint_Advanced</a:t>
            </a:r>
            <a:r>
              <a:rPr lang="zh-CN"/>
              <a:t>中的</a:t>
            </a:r>
            <a:r>
              <a:rPr lang="en-US"/>
              <a:t>BP_Fence</a:t>
            </a:r>
            <a:endParaRPr/>
          </a:p>
          <a:p>
            <a:pPr>
              <a:buFont typeface="Arial" charset="0"/>
              <a:buChar char="•"/>
            </a:pPr>
            <a:endParaRPr lang="en-US"/>
          </a:p>
        </p:txBody>
      </p:sp>
      <p:pic>
        <p:nvPicPr>
          <p:cNvPr id="34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4316863" y="2431852"/>
            <a:ext cx="6775246" cy="3745111"/>
          </a:xfrm>
          <a:prstGeom prst="rect"/>
        </p:spPr>
      </p:pic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栅栏</a:t>
            </a:r>
            <a:endParaRPr/>
          </a:p>
        </p:txBody>
      </p:sp>
      <p:sp>
        <p:nvSpPr>
          <p:cNvPr id="37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en-US"/>
              <a:t>1.</a:t>
            </a:r>
            <a:r>
              <a:rPr lang="zh-CN"/>
              <a:t>创建一个栅栏的终点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2.</a:t>
            </a:r>
            <a:r>
              <a:rPr lang="zh-CN"/>
              <a:t>根据终点的位置确定需要多少个栅栏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3.</a:t>
            </a:r>
            <a:r>
              <a:rPr lang="zh-CN"/>
              <a:t>通过循环依次摆放栅栏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4.</a:t>
            </a:r>
            <a:r>
              <a:rPr lang="zh-CN"/>
              <a:t>最后根据终点的位置来旋转栅栏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true"/>
          </p:cNvSpPr>
          <p:nvPr>
            <p:ph type="title"/>
          </p:nvPr>
        </p:nvSpPr>
        <p:spPr/>
        <p:txBody>
          <a:bodyPr>
            <a:normAutofit fontScale="100000"/>
          </a:bodyPr>
          <a:lstStyle/>
          <a:p>
            <a:pPr>
              <a:buNone/>
            </a:pPr>
            <a:r>
              <a:rPr lang="zh-CN"/>
              <a:t>作业</a:t>
            </a:r>
            <a:endParaRPr/>
          </a:p>
        </p:txBody>
      </p:sp>
      <p:sp>
        <p:nvSpPr>
          <p:cNvPr id="6" name="内容占位符 2"/>
          <p:cNvSpPr>
            <a:spLocks noGrp="true"/>
          </p:cNvSpPr>
          <p:nvPr>
            <p:ph idx="1"/>
          </p:nvPr>
        </p:nvSpPr>
        <p:spPr/>
        <p:txBody>
          <a:bodyPr>
            <a:normAutofit fontScale="100000"/>
          </a:bodyPr>
          <a:lstStyle/>
          <a:p>
            <a:pPr>
              <a:buFont typeface="Arial" charset="0"/>
              <a:buChar char="•"/>
            </a:pPr>
            <a:r>
              <a:rPr lang="zh-CN"/>
              <a:t>大家自行完成一下门和栅栏</a:t>
            </a:r>
            <a:endParaRPr/>
          </a:p>
          <a:p>
            <a:pPr>
              <a:buFont typeface="Arial" charset="0"/>
              <a:buChar char="•"/>
            </a:pPr>
            <a:r>
              <a:rPr lang="en-US"/>
              <a:t>Extra</a:t>
            </a:r>
            <a:r>
              <a:rPr lang="zh-CN"/>
              <a:t>作业</a:t>
            </a:r>
            <a:endParaRPr/>
          </a:p>
          <a:p>
            <a:pPr>
              <a:buFont typeface="Arial" charset="0"/>
              <a:buChar char="•"/>
            </a:pPr>
            <a:r>
              <a:rPr lang="zh-CN"/>
              <a:t>大家制作一个圆环（项目中的</a:t>
            </a:r>
            <a:r>
              <a:rPr lang="en-US"/>
              <a:t>BP_Radial_Array</a:t>
            </a:r>
            <a:r>
              <a:rPr lang="zh-CN"/>
              <a:t>）</a:t>
            </a:r>
            <a:br>
              <a:rPr/>
            </a:br>
            <a:r>
              <a:rPr lang="zh-CN"/>
              <a:t>这个圆环可以根据选择的数量自动调整</a:t>
            </a:r>
            <a:endParaRPr/>
          </a:p>
        </p:txBody>
      </p:sp>
      <p:pic>
        <p:nvPicPr>
          <p:cNvPr id="7" name="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 rot="0" flipH="false" flipV="false">
            <a:off x="7390218" y="4415510"/>
            <a:ext cx="2230031" cy="1761453"/>
          </a:xfrm>
          <a:prstGeom prst="rect"/>
        </p:spPr>
      </p:pic>
      <p:pic>
        <p:nvPicPr>
          <p:cNvPr id="8" name="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 flipH="false" flipV="false">
            <a:off x="9620249" y="4415510"/>
            <a:ext cx="2095111" cy="1761453"/>
          </a:xfrm>
          <a:prstGeom prst="rect"/>
        </p:spPr>
      </p:pic>
    </p:spTree>
  </p:cSld>
</p:sld>
</file>

<file path=ppt/theme/theme1.xml><?xml version="1.0" encoding="utf-8"?>
<a:theme xmlns:a="http://schemas.openxmlformats.org/drawingml/2006/main" name="腾讯文档 默认主题​">
  <a:themeElements>
    <a:clrScheme name="Tencent">
      <a:dk1>
        <a:srgbClr val="000000"/>
      </a:dk1>
      <a:lt1>
        <a:srgbClr val="FFFFFF"/>
      </a:lt1>
      <a:dk2>
        <a:srgbClr val="485368"/>
      </a:dk2>
      <a:lt2>
        <a:srgbClr val="2972F4"/>
      </a:lt2>
      <a:accent1>
        <a:srgbClr val="00A3F5"/>
      </a:accent1>
      <a:accent2>
        <a:srgbClr val="319B62"/>
      </a:accent2>
      <a:accent3>
        <a:srgbClr val="DE3C36"/>
      </a:accent3>
      <a:accent4>
        <a:srgbClr val="F88825"/>
      </a:accent4>
      <a:accent5>
        <a:srgbClr val="F5C400"/>
      </a:accent5>
      <a:accent6>
        <a:srgbClr val="9A38D7"/>
      </a:accent6>
      <a:hlink>
        <a:srgbClr val="175CEB"/>
      </a:hlink>
      <a:folHlink>
        <a:srgbClr val="81868F"/>
      </a:folHlink>
    </a:clrScheme>
    <a:fontScheme name="Office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false"/>
        </a:gradFill>
        <a:gradFill rotWithShape="true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false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false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true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false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2025-01-23T16:59:22Z</dcterms:created>
  <dcterms:modified xsi:type="dcterms:W3CDTF">2025-01-23T16:59:22Z</dcterms:modified>
</cp:coreProperties>
</file>
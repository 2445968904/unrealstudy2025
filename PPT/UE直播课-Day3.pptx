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2" Type="http://schemas.openxmlformats.org/officeDocument/2006/relationships/tableStyles" Target="tableStyles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 lang="zh-CN"/>
              <a:t>2022/12/22</a:t>
            </a:fld>
            <a:endParaRPr 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 lang="zh-CN"/>
              <a:t>2022/12/22</a:t>
            </a:fld>
            <a:endParaRPr 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19FF268-CF0C-4595-A6A8-A0B1FC2FEB42}" type="datetime1">
              <a:rPr lang="zh-CN"/>
              <a:t>2022/12/22</a:t>
            </a:fld>
            <a:endParaRPr 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05E0E50-3259-4429-AAEB-7BA10F2285FC}" type="datetime1">
              <a:rPr lang="zh-CN"/>
              <a:t>2022/12/22</a:t>
            </a:fld>
            <a:endParaRPr 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3EF5456-EA9D-47AD-816E-BBFCE6D3FB5C}" type="datetime1">
              <a:rPr lang="zh-CN"/>
              <a:t>2022/12/22</a:t>
            </a:fld>
            <a:endParaRPr 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 lang="zh-CN"/>
              <a:t>2022/12/22</a:t>
            </a:fld>
            <a:endParaRPr 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 lang="zh-CN"/>
              <a:t>2022/12/22</a:t>
            </a:fld>
            <a:endParaRPr 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 lang="zh-CN"/>
              <a:t>2022/12/22</a:t>
            </a:fld>
            <a:endParaRPr 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 lang="zh-CN"/>
              <a:t>2022/12/22</a:t>
            </a:fld>
            <a:endParaRPr 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/>
        <p:txBody>
          <a:bodyPr>
            <a:normAutofit fontScale="100000"/>
          </a:bodyPr>
          <a:lstStyle/>
          <a:p>
            <a:pPr lvl="0">
              <a:buNone/>
            </a:pPr>
            <a:r>
              <a:rPr lang="en-US"/>
              <a:t>UE</a:t>
            </a:r>
            <a:r>
              <a:rPr lang="zh-CN"/>
              <a:t>直播课</a:t>
            </a:r>
            <a:r>
              <a:rPr lang="en-US"/>
              <a:t>-Day3</a:t>
            </a:r>
            <a:endParaRPr lang="zh-CN" sz="60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None/>
            </a:pPr>
            <a:r>
              <a:rPr lang="zh-CN"/>
              <a:t>蓝图编辑器的介绍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蓝图编辑器</a:t>
            </a:r>
            <a:endParaRPr/>
          </a:p>
        </p:txBody>
      </p:sp>
      <p:sp>
        <p:nvSpPr>
          <p:cNvPr id="12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其实蓝图编辑器可以说是虚幻的可视化编程脚本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可以实时的改变一些物品的属性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可以设置一些触发条件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可以制作一些简易的工具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给大家看看实例</a:t>
            </a:r>
            <a:endParaRPr/>
          </a:p>
        </p:txBody>
      </p:sp>
      <p:pic>
        <p:nvPicPr>
          <p:cNvPr id="15" name=""/>
          <p:cNvPicPr>
            <a:picLocks noChangeAspect="true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 rot="0">
            <a:off x="2002756" y="1825625"/>
            <a:ext cx="8186487" cy="4351338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en-US"/>
              <a:t>Actor</a:t>
            </a:r>
            <a:endParaRPr/>
          </a:p>
        </p:txBody>
      </p:sp>
      <p:sp>
        <p:nvSpPr>
          <p:cNvPr id="18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en-US"/>
              <a:t>Actor</a:t>
            </a:r>
            <a:r>
              <a:rPr lang="zh-CN"/>
              <a:t>作为</a:t>
            </a:r>
            <a:r>
              <a:rPr lang="en-US"/>
              <a:t>UE</a:t>
            </a:r>
            <a:r>
              <a:rPr lang="zh-CN"/>
              <a:t>世界最小的物体，显示在世界中的物体你也都能找到一个父</a:t>
            </a:r>
            <a:r>
              <a:rPr lang="en-US"/>
              <a:t>Actor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Actor</a:t>
            </a:r>
            <a:r>
              <a:rPr lang="zh-CN"/>
              <a:t>可以添加各种组件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组件</a:t>
            </a:r>
            <a:endParaRPr/>
          </a:p>
        </p:txBody>
      </p:sp>
      <p:sp>
        <p:nvSpPr>
          <p:cNvPr id="21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分为两种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一种是场景组件</a:t>
            </a:r>
            <a:r>
              <a:rPr lang="en-US"/>
              <a:t> </a:t>
            </a:r>
            <a:r>
              <a:rPr lang="zh-CN"/>
              <a:t>就是有显示的，会拥有坐标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比如玩家的模型</a:t>
            </a:r>
            <a:r>
              <a:rPr lang="en-US"/>
              <a:t> </a:t>
            </a:r>
            <a:r>
              <a:rPr lang="zh-CN"/>
              <a:t>玩家的武器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一种是</a:t>
            </a:r>
            <a:r>
              <a:rPr lang="en-US"/>
              <a:t>Actor</a:t>
            </a:r>
            <a:r>
              <a:rPr lang="zh-CN"/>
              <a:t>组件</a:t>
            </a:r>
            <a:r>
              <a:rPr lang="en-US"/>
              <a:t> </a:t>
            </a:r>
            <a:r>
              <a:rPr lang="zh-CN"/>
              <a:t>没有显示，只是可以加入一些代码，方便管理某些功能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比如玩家的血量，玩家的技能组件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让我们来看一下怎么编辑</a:t>
            </a:r>
            <a:r>
              <a:rPr lang="en-US"/>
              <a:t>Actor</a:t>
            </a:r>
            <a:endParaRPr/>
          </a:p>
        </p:txBody>
      </p:sp>
      <p:pic>
        <p:nvPicPr>
          <p:cNvPr id="24" name=""/>
          <p:cNvPicPr>
            <a:picLocks noChangeAspect="true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 rot="0">
            <a:off x="2009935" y="1825625"/>
            <a:ext cx="8172129" cy="4351338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组件的添加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尝试添加场景组件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尝试添加</a:t>
            </a:r>
            <a:r>
              <a:rPr lang="en-US"/>
              <a:t>Actor</a:t>
            </a:r>
            <a:r>
              <a:rPr lang="zh-CN"/>
              <a:t>组件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en-US"/>
              <a:t>Begin </a:t>
            </a:r>
            <a:r>
              <a:rPr lang="zh-CN"/>
              <a:t>和</a:t>
            </a:r>
            <a:r>
              <a:rPr lang="en-US"/>
              <a:t> Construct </a:t>
            </a:r>
            <a:r>
              <a:rPr lang="zh-CN"/>
              <a:t>的区别</a:t>
            </a:r>
            <a:endParaRPr/>
          </a:p>
        </p:txBody>
      </p:sp>
      <p:sp>
        <p:nvSpPr>
          <p:cNvPr id="30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en-US"/>
              <a:t>begin</a:t>
            </a:r>
            <a:r>
              <a:rPr lang="zh-CN"/>
              <a:t>是在游戏开始的时候执行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Construct</a:t>
            </a:r>
            <a:r>
              <a:rPr lang="zh-CN"/>
              <a:t>是在你摆放</a:t>
            </a:r>
            <a:r>
              <a:rPr lang="en-US"/>
              <a:t>Actor</a:t>
            </a:r>
            <a:r>
              <a:rPr lang="zh-CN"/>
              <a:t>的时候就会执行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en-US"/>
              <a:t>Tick</a:t>
            </a:r>
            <a:r>
              <a:rPr lang="zh-CN"/>
              <a:t>函数</a:t>
            </a:r>
            <a:endParaRPr/>
          </a:p>
        </p:txBody>
      </p:sp>
      <p:sp>
        <p:nvSpPr>
          <p:cNvPr id="33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我们来做一个简单的跟随时间一直增加的效果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en-US"/>
              <a:t>Timeline</a:t>
            </a:r>
            <a:endParaRPr/>
          </a:p>
        </p:txBody>
      </p:sp>
      <p:sp>
        <p:nvSpPr>
          <p:cNvPr id="6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更高级的</a:t>
            </a:r>
            <a:r>
              <a:rPr lang="en-US"/>
              <a:t>Tick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使用者可以更轻易的控制平滑的效果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作业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en-US"/>
              <a:t>1.</a:t>
            </a:r>
            <a:r>
              <a:rPr lang="zh-CN"/>
              <a:t>在一个</a:t>
            </a:r>
            <a:r>
              <a:rPr lang="en-US"/>
              <a:t>Actor</a:t>
            </a:r>
            <a:r>
              <a:rPr lang="zh-CN"/>
              <a:t>里搭建一个小场景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2.</a:t>
            </a:r>
            <a:r>
              <a:rPr lang="zh-CN"/>
              <a:t>使用</a:t>
            </a:r>
            <a:r>
              <a:rPr lang="en-US"/>
              <a:t>Tick</a:t>
            </a:r>
            <a:r>
              <a:rPr lang="zh-CN"/>
              <a:t>函数来做一个计数器并且显示到场景中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3.</a:t>
            </a:r>
            <a:r>
              <a:rPr lang="zh-CN"/>
              <a:t>使用</a:t>
            </a:r>
            <a:r>
              <a:rPr lang="en-US"/>
              <a:t>Timeline</a:t>
            </a:r>
            <a:r>
              <a:rPr lang="zh-CN"/>
              <a:t>函数做一个来回摆动的钟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2025-01-22T19:39:09Z</dcterms:created>
  <dcterms:modified xsi:type="dcterms:W3CDTF">2025-01-22T19:39:09Z</dcterms:modified>
</cp:coreProperties>
</file>
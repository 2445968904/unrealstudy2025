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slides/slide10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3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7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app.xml" ContentType="application/vnd.openxmlformats-officedocument.extended-properties+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 type="screen16x9"/>
  <p:notesSz cx="6858000" cy="9144000"/>
  <p:defaultTextStyle>
    <a:lvl1pPr marL="0" lvl="0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1pPr>
    <a:lvl2pPr marL="457200" lvl="1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2pPr>
    <a:lvl3pPr marL="914400" lvl="2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3pPr>
    <a:lvl4pPr marL="1371600" lvl="3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4pPr>
    <a:lvl5pPr marL="1828800" lvl="4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5pPr>
    <a:lvl6pPr marL="2286000" lvl="5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6pPr>
    <a:lvl7pPr marL="2743200" lvl="6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7pPr>
    <a:lvl8pPr marL="3200400" lvl="7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8pPr>
    <a:lvl9pPr marL="3657600" lvl="8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9pPr>
  </p:defaultTextStyle>
</p:presentation>
</file>

<file path=ppt/tableStyles.xml><?xml version="1.0" encoding="utf-8"?>
<a:tblStyleLst xmlns:a="http://schemas.openxmlformats.org/drawingml/2006/main" def="{5C22544A-7EE6-4342-B048-85BDC9FD1C3A}">
  <a:tblStyle styleId="{58542034-FE4F-4ADA-92B8-4CA66D0F0DF3}" styleName="腾讯文档-基本">
    <a:wholeTbl>
      <a:tcTxStyle>
        <a:fontRef idx="minor"/>
        <a:srgbClr val="000000"/>
      </a:tcTxStyle>
      <a:tcStyle>
        <a:tcBdr>
          <a:left>
            <a:ln w="12700" cmpd="sng">
              <a:solidFill>
                <a:srgbClr val="999999"/>
              </a:solidFill>
            </a:ln>
          </a:left>
          <a:right>
            <a:ln w="12700" cmpd="sng">
              <a:solidFill>
                <a:srgbClr val="999999"/>
              </a:solidFill>
            </a:ln>
          </a:right>
          <a:top>
            <a:ln w="12700" cmpd="sng">
              <a:solidFill>
                <a:srgbClr val="999999"/>
              </a:solidFill>
            </a:ln>
          </a:top>
          <a:bottom>
            <a:ln w="12700" cmpd="sng">
              <a:solidFill>
                <a:srgbClr val="999999"/>
              </a:solidFill>
            </a:ln>
          </a:bottom>
          <a:insideH>
            <a:ln w="12700" cmpd="sng">
              <a:solidFill>
                <a:srgbClr val="999999"/>
              </a:solidFill>
            </a:ln>
          </a:insideH>
          <a:insideV>
            <a:ln w="12700" cmpd="sng">
              <a:solidFill>
                <a:srgbClr val="999999"/>
              </a:solidFill>
            </a:ln>
          </a:insideV>
        </a:tcBdr>
        <a:fill>
          <a:solidFill>
            <a:srgbClr val="FFFFFF"/>
          </a:solidFill>
        </a:fill>
      </a:tcStyle>
    </a:wholeTbl>
  </a:tblStyle>
</a:tblStyleLst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slide" Target="slides/slide8.xml" /><Relationship Id="rId7" Type="http://schemas.openxmlformats.org/officeDocument/2006/relationships/slide" Target="slides/slide7.xml" /><Relationship Id="rId9" Type="http://schemas.openxmlformats.org/officeDocument/2006/relationships/slide" Target="slides/slide9.xml" /><Relationship Id="rId5" Type="http://schemas.openxmlformats.org/officeDocument/2006/relationships/slide" Target="slides/slide5.xml" /><Relationship Id="rId4" Type="http://schemas.openxmlformats.org/officeDocument/2006/relationships/slide" Target="slides/slide4.xml" /><Relationship Id="rId3" Type="http://schemas.openxmlformats.org/officeDocument/2006/relationships/slide" Target="slides/slide3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0" Type="http://schemas.openxmlformats.org/officeDocument/2006/relationships/slide" Target="slides/slide10.xml" /><Relationship Id="rId6" Type="http://schemas.openxmlformats.org/officeDocument/2006/relationships/slide" Target="slides/slide6.xml" /><Relationship Id="rId11" Type="http://schemas.openxmlformats.org/officeDocument/2006/relationships/slide" Target="slides/slide11.xml" /><Relationship Id="rId12" Type="http://schemas.openxmlformats.org/officeDocument/2006/relationships/tableStyles" Target="tableStyles.xml" /><Relationship Id="rId2" Type="http://schemas.openxmlformats.org/officeDocument/2006/relationships/slide" Target="slides/slide2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lvl="0" algn="ctr">
              <a:defRPr sz="6000"/>
            </a:lvl1pPr>
          </a:lstStyle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3" name="副标题 2"/>
          <p:cNvSpPr>
            <a:spLocks noGrp="true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lvl="0" indent="0" algn="ctr">
              <a:buNone/>
              <a:defRPr sz="2400"/>
            </a:lvl1pPr>
            <a:lvl2pPr marL="457200" lvl="1" indent="0" algn="ctr">
              <a:buNone/>
              <a:defRPr sz="2000"/>
            </a:lvl2pPr>
            <a:lvl3pPr marL="914400" lvl="2" indent="0" algn="ctr">
              <a:buNone/>
              <a:defRPr sz="1800"/>
            </a:lvl3pPr>
            <a:lvl4pPr marL="1371600" lvl="3" indent="0" algn="ctr">
              <a:buNone/>
              <a:defRPr sz="1600"/>
            </a:lvl4pPr>
            <a:lvl5pPr marL="1828800" lvl="4" indent="0" algn="ctr">
              <a:buNone/>
              <a:defRPr sz="1600"/>
            </a:lvl5pPr>
            <a:lvl6pPr marL="2286000" lvl="5" indent="0" algn="ctr">
              <a:buNone/>
              <a:defRPr sz="1600"/>
            </a:lvl6pPr>
            <a:lvl7pPr marL="2743200" lvl="6" indent="0" algn="ctr">
              <a:buNone/>
              <a:defRPr sz="1600"/>
            </a:lvl7pPr>
            <a:lvl8pPr marL="3200400" lvl="7" indent="0" algn="ctr">
              <a:buNone/>
              <a:defRPr sz="1600"/>
            </a:lvl8pPr>
            <a:lvl9pPr marL="3657600" lvl="8" indent="0" algn="ctr">
              <a:buNone/>
              <a:defRPr sz="1600"/>
            </a:lvl9pPr>
          </a:lstStyle>
          <a:p>
            <a:pPr/>
            <a:r>
              <a:rPr lang="zh-CN"/>
              <a:t>单击此处编辑母版副标题样式</a:t>
            </a:r>
            <a:endParaRPr/>
          </a:p>
        </p:txBody>
      </p:sp>
      <p:sp>
        <p:nvSpPr>
          <p:cNvPr id="4" name="日期占位符 3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0F7DC6A6-BF1E-4CE5-B3E6-718B8EA0B82A}" type="datetime1">
              <a:rPr lang="zh-CN"/>
              <a:t>2022/12/22</a:t>
            </a:fld>
            <a:endParaRPr lang="zh-CN"/>
          </a:p>
        </p:txBody>
      </p:sp>
      <p:sp>
        <p:nvSpPr>
          <p:cNvPr id="5" name="页脚占位符 4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6" name="灯片编号占位符 5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8FC705DF-EB6A-4429-A9CF-8086C29D54D9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>
  <p:cSld name="标题和内容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9" name="内容占位符 2"/>
          <p:cNvSpPr>
            <a:spLocks noGrp="true"/>
          </p:cNvSpPr>
          <p:nvPr>
            <p:ph idx="1"/>
          </p:nvPr>
        </p:nvSpPr>
        <p:spPr/>
        <p:txBody>
          <a:bodyPr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10" name="日期占位符 3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7B03108F-6D01-401F-BB83-A4EE273EE035}" type="datetime1">
              <a:rPr lang="zh-CN"/>
              <a:t>2022/12/22</a:t>
            </a:fld>
            <a:endParaRPr lang="zh-CN"/>
          </a:p>
        </p:txBody>
      </p:sp>
      <p:sp>
        <p:nvSpPr>
          <p:cNvPr id="11" name="页脚占位符 4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12" name="灯片编号占位符 5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2A18DFAB-279D-45FB-8988-01B47F34F95A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>
  <p:cSld name="节标题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/>
          <p:cNvSpPr>
            <a:spLocks noGrp="true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 lvl="0">
              <a:defRPr sz="6000"/>
            </a:lvl1pPr>
          </a:lstStyle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21" name="文本占位符 2"/>
          <p:cNvSpPr>
            <a:spLocks noGrp="true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lv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lvl="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22" name="日期占位符 3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8D5B006A-3E28-4231-AF04-14767498E664}" type="datetime1">
              <a:rPr lang="zh-CN"/>
              <a:t>2022/12/22</a:t>
            </a:fld>
            <a:endParaRPr lang="zh-CN"/>
          </a:p>
        </p:txBody>
      </p:sp>
      <p:sp>
        <p:nvSpPr>
          <p:cNvPr id="23" name="页脚占位符 4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24" name="灯片编号占位符 5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C8B94FA0-F740-4CDC-A935-5AEA919A98DA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>
  <p:cSld name="两栏内容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27" name="内容占位符 2"/>
          <p:cNvSpPr>
            <a:spLocks noGrp="true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28" name="内容占位符 3"/>
          <p:cNvSpPr>
            <a:spLocks noGrp="true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29" name="日期占位符 4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A1F3BCCF-927F-4C14-9052-F5177C3C439D}" type="datetime1">
              <a:rPr lang="zh-CN"/>
              <a:t>2022/12/22</a:t>
            </a:fld>
            <a:endParaRPr lang="zh-CN"/>
          </a:p>
        </p:txBody>
      </p:sp>
      <p:sp>
        <p:nvSpPr>
          <p:cNvPr id="30" name="页脚占位符 5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31" name="灯片编号占位符 6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408259AF-2A25-452C-AA5F-7B080E8C5A7E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>
  <p:cSld name="比较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1"/>
          <p:cNvSpPr>
            <a:spLocks noGrp="true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34" name="文本占位符 2"/>
          <p:cNvSpPr>
            <a:spLocks noGrp="true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lvl="0" indent="0">
              <a:buNone/>
              <a:defRPr sz="2400" b="true"/>
            </a:lvl1pPr>
            <a:lvl2pPr marL="457200" lvl="1" indent="0">
              <a:buNone/>
              <a:defRPr sz="2000" b="true"/>
            </a:lvl2pPr>
            <a:lvl3pPr marL="914400" lvl="2" indent="0">
              <a:buNone/>
              <a:defRPr sz="1800" b="true"/>
            </a:lvl3pPr>
            <a:lvl4pPr marL="1371600" lvl="3" indent="0">
              <a:buNone/>
              <a:defRPr sz="1600" b="true"/>
            </a:lvl4pPr>
            <a:lvl5pPr marL="1828800" lvl="4" indent="0">
              <a:buNone/>
              <a:defRPr sz="1600" b="true"/>
            </a:lvl5pPr>
            <a:lvl6pPr marL="2286000" lvl="5" indent="0">
              <a:buNone/>
              <a:defRPr sz="1600" b="true"/>
            </a:lvl6pPr>
            <a:lvl7pPr marL="2743200" lvl="6" indent="0">
              <a:buNone/>
              <a:defRPr sz="1600" b="true"/>
            </a:lvl7pPr>
            <a:lvl8pPr marL="3200400" lvl="7" indent="0">
              <a:buNone/>
              <a:defRPr sz="1600" b="true"/>
            </a:lvl8pPr>
            <a:lvl9pPr marL="3657600" lvl="8" indent="0">
              <a:buNone/>
              <a:defRPr sz="1600" b="true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35" name="内容占位符 3"/>
          <p:cNvSpPr>
            <a:spLocks noGrp="true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36" name="文本占位符 4"/>
          <p:cNvSpPr>
            <a:spLocks noGrp="true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lvl="0" indent="0">
              <a:buNone/>
              <a:defRPr sz="2400" b="true"/>
            </a:lvl1pPr>
            <a:lvl2pPr marL="457200" lvl="1" indent="0">
              <a:buNone/>
              <a:defRPr sz="2000" b="true"/>
            </a:lvl2pPr>
            <a:lvl3pPr marL="914400" lvl="2" indent="0">
              <a:buNone/>
              <a:defRPr sz="1800" b="true"/>
            </a:lvl3pPr>
            <a:lvl4pPr marL="1371600" lvl="3" indent="0">
              <a:buNone/>
              <a:defRPr sz="1600" b="true"/>
            </a:lvl4pPr>
            <a:lvl5pPr marL="1828800" lvl="4" indent="0">
              <a:buNone/>
              <a:defRPr sz="1600" b="true"/>
            </a:lvl5pPr>
            <a:lvl6pPr marL="2286000" lvl="5" indent="0">
              <a:buNone/>
              <a:defRPr sz="1600" b="true"/>
            </a:lvl6pPr>
            <a:lvl7pPr marL="2743200" lvl="6" indent="0">
              <a:buNone/>
              <a:defRPr sz="1600" b="true"/>
            </a:lvl7pPr>
            <a:lvl8pPr marL="3200400" lvl="7" indent="0">
              <a:buNone/>
              <a:defRPr sz="1600" b="true"/>
            </a:lvl8pPr>
            <a:lvl9pPr marL="3657600" lvl="8" indent="0">
              <a:buNone/>
              <a:defRPr sz="1600" b="true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37" name="内容占位符 5"/>
          <p:cNvSpPr>
            <a:spLocks noGrp="true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38" name="日期占位符 6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E19FF268-CF0C-4595-A6A8-A0B1FC2FEB42}" type="datetime1">
              <a:rPr lang="zh-CN"/>
              <a:t>2022/12/22</a:t>
            </a:fld>
            <a:endParaRPr lang="zh-CN"/>
          </a:p>
        </p:txBody>
      </p:sp>
      <p:sp>
        <p:nvSpPr>
          <p:cNvPr id="39" name="页脚占位符 7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40" name="灯片编号占位符 8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63A90A56-B7DA-460C-8F46-95BFAF0AF95F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>
  <p:cSld name="仅标题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43" name="日期占位符 2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E05E0E50-3259-4429-AAEB-7BA10F2285FC}" type="datetime1">
              <a:rPr lang="zh-CN"/>
              <a:t>2022/12/22</a:t>
            </a:fld>
            <a:endParaRPr lang="zh-CN"/>
          </a:p>
        </p:txBody>
      </p:sp>
      <p:sp>
        <p:nvSpPr>
          <p:cNvPr id="44" name="页脚占位符 3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45" name="灯片编号占位符 4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C2178EC5-58A4-4F44-B83C-34BE3E218ABE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>
  <p:cSld name="空白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日期占位符 1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03EF5456-EA9D-47AD-816E-BBFCE6D3FB5C}" type="datetime1">
              <a:rPr lang="zh-CN"/>
              <a:t>2022/12/22</a:t>
            </a:fld>
            <a:endParaRPr lang="zh-CN"/>
          </a:p>
        </p:txBody>
      </p:sp>
      <p:sp>
        <p:nvSpPr>
          <p:cNvPr id="48" name="页脚占位符 2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49" name="灯片编号占位符 3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E3199BA4-F8C4-48F6-BF3D-6D4BD834E815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>
  <p:cSld name="内容与标题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1"/>
          <p:cNvSpPr>
            <a:spLocks noGrp="true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 lvl="0">
              <a:defRPr sz="3200"/>
            </a:lvl1pPr>
          </a:lstStyle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52" name="内容占位符 2"/>
          <p:cNvSpPr>
            <a:spLocks noGrp="true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lvl="0">
              <a:defRPr sz="3200"/>
            </a:lvl1pPr>
            <a:lvl2pPr lvl="1">
              <a:defRPr sz="2800"/>
            </a:lvl2pPr>
            <a:lvl3pPr lvl="2">
              <a:defRPr sz="2400"/>
            </a:lvl3pPr>
            <a:lvl4pPr lvl="3">
              <a:defRPr sz="2000"/>
            </a:lvl4pPr>
            <a:lvl5pPr lvl="4">
              <a:defRPr sz="2000"/>
            </a:lvl5pPr>
            <a:lvl6pPr lvl="5">
              <a:defRPr sz="2000"/>
            </a:lvl6pPr>
            <a:lvl7pPr lvl="6">
              <a:defRPr sz="2000"/>
            </a:lvl7pPr>
            <a:lvl8pPr lvl="7">
              <a:defRPr sz="2000"/>
            </a:lvl8pPr>
            <a:lvl9pPr lvl="8">
              <a:defRPr sz="2000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53" name="文本占位符 3"/>
          <p:cNvSpPr>
            <a:spLocks noGrp="true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54" name="日期占位符 4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BDD0B665-21F2-4210-A0AB-1FF516ABB0EC}" type="datetime1">
              <a:rPr lang="zh-CN"/>
              <a:t>2022/12/22</a:t>
            </a:fld>
            <a:endParaRPr lang="zh-CN"/>
          </a:p>
        </p:txBody>
      </p:sp>
      <p:sp>
        <p:nvSpPr>
          <p:cNvPr id="55" name="页脚占位符 5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56" name="灯片编号占位符 6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D3120986-D9F8-450A-8E8A-7B53A97B66E9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>
  <p:cSld name="图片与标题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标题 1"/>
          <p:cNvSpPr>
            <a:spLocks noGrp="true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 lvl="0">
              <a:defRPr sz="3200"/>
            </a:lvl1pPr>
          </a:lstStyle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59" name="图片占位符 2"/>
          <p:cNvSpPr>
            <a:spLocks noGrp="true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lvl="0" indent="0">
              <a:buNone/>
              <a:defRPr sz="3200"/>
            </a:lvl1pPr>
            <a:lvl2pPr marL="457200" lvl="1" indent="0">
              <a:buNone/>
              <a:defRPr sz="2800"/>
            </a:lvl2pPr>
            <a:lvl3pPr marL="914400" lvl="2" indent="0">
              <a:buNone/>
              <a:defRPr sz="2400"/>
            </a:lvl3pPr>
            <a:lvl4pPr marL="1371600" lvl="3" indent="0">
              <a:buNone/>
              <a:defRPr sz="2000"/>
            </a:lvl4pPr>
            <a:lvl5pPr marL="1828800" lvl="4" indent="0">
              <a:buNone/>
              <a:defRPr sz="2000"/>
            </a:lvl5pPr>
            <a:lvl6pPr marL="2286000" lvl="5" indent="0">
              <a:buNone/>
              <a:defRPr sz="2000"/>
            </a:lvl6pPr>
            <a:lvl7pPr marL="2743200" lvl="6" indent="0">
              <a:buNone/>
              <a:defRPr sz="2000"/>
            </a:lvl7pPr>
            <a:lvl8pPr marL="3200400" lvl="7" indent="0">
              <a:buNone/>
              <a:defRPr sz="2000"/>
            </a:lvl8pPr>
            <a:lvl9pPr marL="3657600" lvl="8" indent="0">
              <a:buNone/>
              <a:defRPr sz="2000"/>
            </a:lvl9pPr>
          </a:lstStyle>
          <a:p>
            <a:pPr/>
            <a:endParaRPr lang="zh-CN"/>
          </a:p>
        </p:txBody>
      </p:sp>
      <p:sp>
        <p:nvSpPr>
          <p:cNvPr id="60" name="文本占位符 3"/>
          <p:cNvSpPr>
            <a:spLocks noGrp="true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61" name="日期占位符 4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4E233BD8-DB7E-4E6E-9456-6D1E77C88269}" type="datetime1">
              <a:rPr lang="zh-CN"/>
              <a:t>2022/12/22</a:t>
            </a:fld>
            <a:endParaRPr lang="zh-CN"/>
          </a:p>
        </p:txBody>
      </p:sp>
      <p:sp>
        <p:nvSpPr>
          <p:cNvPr id="62" name="页脚占位符 5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63" name="灯片编号占位符 6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747CCC7F-E1A2-469B-A337-764C3DF07313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>
  <p:cSld name="标题和竖排文字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66" name="竖排文字占位符 2"/>
          <p:cNvSpPr>
            <a:spLocks noGrp="true"/>
          </p:cNvSpPr>
          <p:nvPr>
            <p:ph type="body" idx="1"/>
          </p:nvPr>
        </p:nvSpPr>
        <p:spPr/>
        <p:txBody>
          <a:bodyPr vert="eaVert"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67" name="日期占位符 3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9772B07E-4E44-4E95-89AF-F1EF6F4CC7EC}" type="datetime1">
              <a:rPr lang="zh-CN"/>
              <a:t>2022/12/22</a:t>
            </a:fld>
            <a:endParaRPr lang="zh-CN"/>
          </a:p>
        </p:txBody>
      </p:sp>
      <p:sp>
        <p:nvSpPr>
          <p:cNvPr id="68" name="页脚占位符 4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69" name="灯片编号占位符 5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10D47AF7-089F-4725-8B45-DEA8A59F6C62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>
  <p:cSld name="竖排标题与文本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竖排标题 1"/>
          <p:cNvSpPr>
            <a:spLocks noGrp="true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15" name="竖排文字占位符 2"/>
          <p:cNvSpPr>
            <a:spLocks noGrp="true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16" name="日期占位符 3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17AA1729-FFEC-4670-BE57-9BB1B6CF1583}" type="datetime1">
              <a:rPr lang="zh-CN"/>
              <a:t>2022/12/22</a:t>
            </a:fld>
            <a:endParaRPr lang="zh-CN"/>
          </a:p>
        </p:txBody>
      </p:sp>
      <p:sp>
        <p:nvSpPr>
          <p:cNvPr id="17" name="页脚占位符 4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18" name="灯片编号占位符 5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A7AACFD0-6D64-47CD-A483-D6FD45307366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9" Type="http://schemas.openxmlformats.org/officeDocument/2006/relationships/slideLayout" Target="../slideLayouts/slideLayout10.xml" /><Relationship Id="rId8" Type="http://schemas.openxmlformats.org/officeDocument/2006/relationships/slideLayout" Target="../slideLayouts/slideLayout9.xml" /><Relationship Id="rId7" Type="http://schemas.openxmlformats.org/officeDocument/2006/relationships/slideLayout" Target="../slideLayouts/slideLayout8.xml" /><Relationship Id="rId6" Type="http://schemas.openxmlformats.org/officeDocument/2006/relationships/slideLayout" Target="../slideLayouts/slideLayout7.xml" /><Relationship Id="rId1" Type="http://schemas.openxmlformats.org/officeDocument/2006/relationships/slideLayout" Target="../slideLayouts/slideLayout2.xml" /><Relationship Id="rId5" Type="http://schemas.openxmlformats.org/officeDocument/2006/relationships/slideLayout" Target="../slideLayouts/slideLayout6.xml" /><Relationship Id="rId11" Type="http://schemas.openxmlformats.org/officeDocument/2006/relationships/theme" Target="../theme/theme1.xml" /><Relationship Id="rId2" Type="http://schemas.openxmlformats.org/officeDocument/2006/relationships/slideLayout" Target="../slideLayouts/slideLayout3.xml" /><Relationship Id="rId0" Type="http://schemas.openxmlformats.org/officeDocument/2006/relationships/slideLayout" Target="../slideLayouts/slideLayout1.xml" /><Relationship Id="rId4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1.xml" /><Relationship Id="rId3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true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/>
        </p:spPr>
        <p:txBody>
          <a:bodyPr vert="horz" lIns="91440" tIns="45720" rIns="91440" bIns="45720" anchor="ctr">
            <a:normAutofit/>
          </a:bodyPr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3" name="文本占位符 2"/>
          <p:cNvSpPr>
            <a:spLocks noGrp="true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/>
        </p:spPr>
        <p:txBody>
          <a:bodyPr vert="horz" lIns="91440" tIns="45720" rIns="91440" bIns="45720">
            <a:normAutofit/>
          </a:bodyPr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4" name="日期占位符 3"/>
          <p:cNvSpPr>
            <a:spLocks noGrp="true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 vert="horz" lIns="91440" tIns="45720" rIns="91440" bIns="45720" anchor="ctr"/>
          <a:lstStyle>
            <a:lvl1pPr lvl="0"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4ADBE2-30DF-480B-A5CC-C216012A8DE2}" type="datetime1">
              <a:rPr lang="zh-CN"/>
              <a:t>2022/12/22</a:t>
            </a:fld>
            <a:endParaRPr lang="zh-CN"/>
          </a:p>
        </p:txBody>
      </p:sp>
      <p:sp>
        <p:nvSpPr>
          <p:cNvPr id="5" name="页脚占位符 4"/>
          <p:cNvSpPr>
            <a:spLocks noGrp="true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 vert="horz" lIns="91440" tIns="45720" rIns="91440" bIns="45720" anchor="ctr"/>
          <a:lstStyle>
            <a:lvl1pPr lvl="0"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zh-CN"/>
          </a:p>
        </p:txBody>
      </p:sp>
      <p:sp>
        <p:nvSpPr>
          <p:cNvPr id="6" name="灯片编号占位符 5"/>
          <p:cNvSpPr>
            <a:spLocks noGrp="true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 vert="horz" lIns="91440" tIns="45720" rIns="91440" bIns="45720" anchor="ctr"/>
          <a:lstStyle>
            <a:lvl1pPr lvl="0"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DD09DED9-3562-4003-9ED4-F9F7C2DA97F0}" type="slidenum">
              <a:rPr lang="zh-CN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lvl="0" algn="l" defTabSz="914400">
        <a:lnSpc>
          <a:spcPct val="130000"/>
        </a:lnSpc>
        <a:spcBef>
          <a:spcPct val="1"/>
        </a:spcBef>
        <a:buNone/>
        <a:defRPr sz="4400" kern="1200">
          <a:solidFill>
            <a:schemeClr val="tx1"/>
          </a:solidFill>
          <a:latin typeface="Arial"/>
          <a:ea typeface="Microsoft YaHei"/>
        </a:defRPr>
      </a:lvl1pPr>
    </p:titleStyle>
    <p:bodyStyle>
      <a:lvl1pPr marL="228600" lvl="0" indent="-228600" algn="l" defTabSz="914400">
        <a:lnSpc>
          <a:spcPct val="130000"/>
        </a:lnSpc>
        <a:spcBef>
          <a:spcPts val="1000"/>
        </a:spcBef>
        <a:buFont typeface="Arial" charset="0"/>
        <a:buChar char="•"/>
        <a:defRPr sz="2800" kern="1200">
          <a:solidFill>
            <a:schemeClr val="tx1"/>
          </a:solidFill>
          <a:latin typeface="Arial"/>
          <a:ea typeface="Microsoft YaHei"/>
        </a:defRPr>
      </a:lvl1pPr>
      <a:lvl2pPr marL="685800" lvl="1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2400" kern="1200">
          <a:solidFill>
            <a:schemeClr val="tx1"/>
          </a:solidFill>
          <a:latin typeface="Arial"/>
          <a:ea typeface="Microsoft YaHei"/>
        </a:defRPr>
      </a:lvl2pPr>
      <a:lvl3pPr marL="1143000" lvl="2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2000" kern="1200">
          <a:solidFill>
            <a:schemeClr val="tx1"/>
          </a:solidFill>
          <a:latin typeface="Arial"/>
          <a:ea typeface="Microsoft YaHei"/>
        </a:defRPr>
      </a:lvl3pPr>
      <a:lvl4pPr marL="1600200" lvl="3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4pPr>
      <a:lvl5pPr marL="2057400" lvl="4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5pPr>
      <a:lvl6pPr marL="2514600" lvl="5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6pPr>
      <a:lvl7pPr marL="2971800" lvl="6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7pPr>
      <a:lvl8pPr marL="3429000" lvl="7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8pPr>
      <a:lvl9pPr marL="3886200" lvl="8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9pPr>
    </p:bodyStyle>
    <p:otherStyle>
      <a:lvl1pPr marL="0" lvl="0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1pPr>
      <a:lvl2pPr marL="457200" lvl="1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2pPr>
      <a:lvl3pPr marL="914400" lvl="2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3pPr>
      <a:lvl4pPr marL="1371600" lvl="3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4pPr>
      <a:lvl5pPr marL="1828800" lvl="4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5pPr>
      <a:lvl6pPr marL="2286000" lvl="5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6pPr>
      <a:lvl7pPr marL="2743200" lvl="6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7pPr>
      <a:lvl8pPr marL="3200400" lvl="7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8pPr>
      <a:lvl9pPr marL="3657600" lvl="8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hyperlink" Target="https://dev.epicgames.com/documentation/en-us/unreal-engine/forward-shading-renderer-in-unreal-engine" TargetMode="External"/><Relationship Id="rId0" Type="http://schemas.openxmlformats.org/officeDocument/2006/relationships/slideLayout" Target="../slideLayouts/slideLayout2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ctrTitle"/>
          </p:nvPr>
        </p:nvSpPr>
        <p:spPr/>
        <p:txBody>
          <a:bodyPr>
            <a:normAutofit fontScale="100000"/>
          </a:bodyPr>
          <a:lstStyle/>
          <a:p>
            <a:pPr>
              <a:buNone/>
            </a:pPr>
            <a:r>
              <a:rPr lang="en-US"/>
              <a:t>UE</a:t>
            </a:r>
            <a:r>
              <a:rPr lang="zh-CN"/>
              <a:t>直播课</a:t>
            </a:r>
            <a:r>
              <a:rPr lang="en-US"/>
              <a:t>-Day2</a:t>
            </a:r>
            <a:endParaRPr lang="zh-CN"/>
          </a:p>
        </p:txBody>
      </p:sp>
      <p:sp>
        <p:nvSpPr>
          <p:cNvPr id="3" name="副标题 2"/>
          <p:cNvSpPr>
            <a:spLocks noGrp="true"/>
          </p:cNvSpPr>
          <p:nvPr>
            <p:ph type="subTitle" idx="1"/>
          </p:nvPr>
        </p:nvSpPr>
        <p:spPr/>
        <p:txBody>
          <a:bodyPr>
            <a:normAutofit fontScale="100000"/>
          </a:bodyPr>
          <a:lstStyle/>
          <a:p>
            <a:pPr>
              <a:buFont typeface="Arial" charset="0"/>
              <a:buNone/>
            </a:pPr>
            <a:r>
              <a:rPr lang="zh-CN"/>
              <a:t>项目设置</a:t>
            </a:r>
            <a:r>
              <a:rPr lang="en-US"/>
              <a:t>+</a:t>
            </a:r>
            <a:r>
              <a:rPr lang="zh-CN"/>
              <a:t>资产介绍</a:t>
            </a:r>
            <a:endParaRPr 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/>
          <p:cNvSpPr>
            <a:spLocks noGrp="true"/>
          </p:cNvSpPr>
          <p:nvPr>
            <p:ph type="title"/>
          </p:nvPr>
        </p:nvSpPr>
        <p:spPr/>
        <p:txBody>
          <a:bodyPr>
            <a:normAutofit fontScale="100000"/>
          </a:bodyPr>
          <a:lstStyle/>
          <a:p>
            <a:pPr>
              <a:buNone/>
            </a:pPr>
            <a:r>
              <a:rPr lang="zh-CN"/>
              <a:t>静态网格物</a:t>
            </a:r>
            <a:endParaRPr/>
          </a:p>
        </p:txBody>
      </p:sp>
      <p:sp>
        <p:nvSpPr>
          <p:cNvPr id="11" name="内容占位符 2"/>
          <p:cNvSpPr>
            <a:spLocks noGrp="true"/>
          </p:cNvSpPr>
          <p:nvPr>
            <p:ph idx="1"/>
          </p:nvPr>
        </p:nvSpPr>
        <p:spPr/>
        <p:txBody>
          <a:bodyPr>
            <a:normAutofit fontScale="100000"/>
          </a:bodyPr>
          <a:lstStyle/>
          <a:p>
            <a:pPr>
              <a:buFont typeface="Arial" charset="0"/>
              <a:buChar char="•"/>
            </a:pPr>
            <a:r>
              <a:rPr lang="zh-CN"/>
              <a:t>如何导入资产</a:t>
            </a:r>
            <a:endParaRPr/>
          </a:p>
          <a:p>
            <a:pPr>
              <a:buFont typeface="Arial" charset="0"/>
              <a:buChar char="•"/>
            </a:pPr>
            <a:r>
              <a:rPr lang="zh-CN"/>
              <a:t>材质和</a:t>
            </a:r>
            <a:r>
              <a:rPr lang="en-US"/>
              <a:t>LOD</a:t>
            </a:r>
            <a:endParaRPr/>
          </a:p>
          <a:p>
            <a:pPr>
              <a:buFont typeface="Arial" charset="0"/>
              <a:buChar char="•"/>
            </a:pPr>
            <a:r>
              <a:rPr lang="zh-CN"/>
              <a:t>碰撞盒区域</a:t>
            </a:r>
            <a:endParaRPr/>
          </a:p>
          <a:p>
            <a:pPr>
              <a:buFont typeface="Arial" charset="0"/>
              <a:buChar char="•"/>
            </a:pPr>
            <a:r>
              <a:rPr lang="zh-CN"/>
              <a:t>碰撞初步</a:t>
            </a:r>
            <a:endParaRPr/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true"/>
          </p:cNvSpPr>
          <p:nvPr>
            <p:ph type="title"/>
          </p:nvPr>
        </p:nvSpPr>
        <p:spPr/>
        <p:txBody>
          <a:bodyPr>
            <a:normAutofit fontScale="100000"/>
          </a:bodyPr>
          <a:lstStyle/>
          <a:p>
            <a:pPr>
              <a:buNone/>
            </a:pPr>
            <a:r>
              <a:rPr lang="zh-CN"/>
              <a:t>材质入门</a:t>
            </a:r>
            <a:r>
              <a:rPr lang="en-US"/>
              <a:t> </a:t>
            </a:r>
            <a:r>
              <a:rPr lang="zh-CN"/>
              <a:t>材质就是二维绘图程序</a:t>
            </a:r>
            <a:endParaRPr/>
          </a:p>
        </p:txBody>
      </p:sp>
      <p:sp>
        <p:nvSpPr>
          <p:cNvPr id="14" name="内容占位符 2"/>
          <p:cNvSpPr>
            <a:spLocks noGrp="true"/>
          </p:cNvSpPr>
          <p:nvPr>
            <p:ph idx="1"/>
          </p:nvPr>
        </p:nvSpPr>
        <p:spPr/>
        <p:txBody>
          <a:bodyPr>
            <a:normAutofit fontScale="100000"/>
          </a:bodyPr>
          <a:lstStyle/>
          <a:p>
            <a:pPr>
              <a:buFont typeface="Arial" charset="0"/>
              <a:buChar char="•"/>
            </a:pPr>
            <a:r>
              <a:rPr lang="zh-CN"/>
              <a:t>金属度</a:t>
            </a:r>
            <a:endParaRPr/>
          </a:p>
          <a:p>
            <a:pPr>
              <a:buFont typeface="Arial" charset="0"/>
              <a:buChar char="•"/>
            </a:pPr>
            <a:r>
              <a:rPr lang="zh-CN"/>
              <a:t>高光</a:t>
            </a:r>
            <a:r>
              <a:rPr lang="en-US"/>
              <a:t> </a:t>
            </a:r>
            <a:r>
              <a:rPr lang="zh-CN"/>
              <a:t>在非金属时应用于表面的反射</a:t>
            </a:r>
            <a:endParaRPr/>
          </a:p>
          <a:p>
            <a:pPr>
              <a:buFont typeface="Arial" charset="0"/>
              <a:buChar char="•"/>
            </a:pPr>
            <a:r>
              <a:rPr lang="zh-CN"/>
              <a:t>粗糙度</a:t>
            </a:r>
            <a:endParaRPr/>
          </a:p>
          <a:p>
            <a:pPr>
              <a:buFont typeface="Arial" charset="0"/>
              <a:buChar char="•"/>
            </a:pPr>
            <a:r>
              <a:rPr lang="zh-CN"/>
              <a:t>自发光</a:t>
            </a:r>
            <a:endParaRPr/>
          </a:p>
          <a:p>
            <a:pPr>
              <a:buFont typeface="Arial" charset="0"/>
              <a:buChar char="•"/>
            </a:pPr>
            <a:r>
              <a:rPr lang="zh-CN"/>
              <a:t>混合模式</a:t>
            </a:r>
            <a:endParaRPr/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标题 1"/>
          <p:cNvSpPr>
            <a:spLocks noGrp="true"/>
          </p:cNvSpPr>
          <p:nvPr>
            <p:ph type="title"/>
          </p:nvPr>
        </p:nvSpPr>
        <p:spPr/>
        <p:txBody>
          <a:bodyPr>
            <a:normAutofit fontScale="100000"/>
          </a:bodyPr>
          <a:lstStyle/>
          <a:p>
            <a:pPr>
              <a:buNone/>
            </a:pPr>
            <a:r>
              <a:rPr lang="zh-CN"/>
              <a:t>混合模式</a:t>
            </a:r>
            <a:endParaRPr/>
          </a:p>
        </p:txBody>
      </p:sp>
      <p:sp>
        <p:nvSpPr>
          <p:cNvPr id="17" name="内容占位符 2"/>
          <p:cNvSpPr>
            <a:spLocks noGrp="true"/>
          </p:cNvSpPr>
          <p:nvPr>
            <p:ph idx="1"/>
          </p:nvPr>
        </p:nvSpPr>
        <p:spPr/>
        <p:txBody>
          <a:bodyPr>
            <a:normAutofit fontScale="100000"/>
          </a:bodyPr>
          <a:lstStyle/>
          <a:p>
            <a:pPr>
              <a:buFont typeface="Arial" charset="0"/>
              <a:buChar char="•"/>
            </a:pPr>
            <a:r>
              <a:rPr lang="en-US"/>
              <a:t>Opaque</a:t>
            </a:r>
            <a:endParaRPr/>
          </a:p>
          <a:p>
            <a:pPr>
              <a:buFont typeface="Arial" charset="0"/>
              <a:buChar char="•"/>
            </a:pPr>
            <a:r>
              <a:rPr lang="en-US"/>
              <a:t>Masked</a:t>
            </a:r>
            <a:endParaRPr/>
          </a:p>
          <a:p>
            <a:pPr>
              <a:buFont typeface="Arial" charset="0"/>
              <a:buChar char="•"/>
            </a:pPr>
            <a:r>
              <a:rPr lang="en-US"/>
              <a:t>Translucent</a:t>
            </a:r>
            <a:endParaRPr/>
          </a:p>
          <a:p>
            <a:pPr>
              <a:buFont typeface="Arial" charset="0"/>
              <a:buChar char="•"/>
            </a:pPr>
            <a:r>
              <a:rPr lang="en-US"/>
              <a:t>Additive </a:t>
            </a:r>
            <a:r>
              <a:rPr lang="zh-CN"/>
              <a:t>与场景颜色相加</a:t>
            </a:r>
            <a:r>
              <a:rPr lang="en-US"/>
              <a:t> </a:t>
            </a:r>
            <a:r>
              <a:rPr lang="zh-CN"/>
              <a:t>（可以让物品更亮</a:t>
            </a:r>
            <a:r>
              <a:rPr lang="en-US"/>
              <a:t> </a:t>
            </a:r>
            <a:r>
              <a:rPr lang="zh-CN"/>
              <a:t>发光、火焰、魔法</a:t>
            </a:r>
            <a:r>
              <a:rPr lang="zh-CN"/>
              <a:t>）</a:t>
            </a:r>
            <a:endParaRPr/>
          </a:p>
          <a:p>
            <a:pPr>
              <a:buFont typeface="Arial" charset="0"/>
              <a:buChar char="•"/>
            </a:pPr>
            <a:r>
              <a:rPr lang="en-US"/>
              <a:t>Modulated </a:t>
            </a:r>
            <a:r>
              <a:rPr lang="zh-CN"/>
              <a:t>与场景颜色相乘</a:t>
            </a:r>
            <a:r>
              <a:rPr lang="en-US"/>
              <a:t> </a:t>
            </a:r>
            <a:r>
              <a:rPr lang="zh-CN"/>
              <a:t>（适用于一些阴影的制作）</a:t>
            </a:r>
            <a:endParaRPr/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1"/>
          <p:cNvSpPr>
            <a:spLocks noGrp="true"/>
          </p:cNvSpPr>
          <p:nvPr>
            <p:ph type="title"/>
          </p:nvPr>
        </p:nvSpPr>
        <p:spPr/>
        <p:txBody>
          <a:bodyPr>
            <a:normAutofit fontScale="100000"/>
          </a:bodyPr>
          <a:lstStyle/>
          <a:p>
            <a:pPr>
              <a:buNone/>
            </a:pPr>
            <a:r>
              <a:rPr lang="zh-CN"/>
              <a:t>着色模型</a:t>
            </a:r>
            <a:endParaRPr/>
          </a:p>
        </p:txBody>
      </p:sp>
      <p:sp>
        <p:nvSpPr>
          <p:cNvPr id="20" name="内容占位符 2"/>
          <p:cNvSpPr>
            <a:spLocks noGrp="true"/>
          </p:cNvSpPr>
          <p:nvPr>
            <p:ph idx="1"/>
          </p:nvPr>
        </p:nvSpPr>
        <p:spPr/>
        <p:txBody>
          <a:bodyPr>
            <a:normAutofit fontScale="100000"/>
          </a:bodyPr>
          <a:lstStyle/>
          <a:p>
            <a:pPr>
              <a:buFont typeface="Arial" charset="0"/>
              <a:buChar char="•"/>
            </a:pPr>
            <a:r>
              <a:rPr/>
              <a:t>Default Lit</a:t>
            </a:r>
            <a:endParaRPr/>
          </a:p>
          <a:p>
            <a:pPr>
              <a:buFont typeface="Arial" charset="0"/>
              <a:buChar char="•"/>
            </a:pPr>
            <a:r>
              <a:rPr/>
              <a:t>Unlit</a:t>
            </a:r>
            <a:endParaRPr/>
          </a:p>
          <a:p>
            <a:pPr>
              <a:buFont typeface="Arial" charset="0"/>
              <a:buChar char="•"/>
            </a:pPr>
            <a:r>
              <a:rPr/>
              <a:t>Subsurface </a:t>
            </a:r>
            <a:r>
              <a:rPr lang="zh-CN"/>
              <a:t>（</a:t>
            </a:r>
            <a:r>
              <a:rPr/>
              <a:t>模拟光线穿透半透明表面的效果</a:t>
            </a:r>
            <a:r>
              <a:rPr lang="zh-CN"/>
              <a:t>）</a:t>
            </a:r>
            <a:endParaRPr/>
          </a:p>
          <a:p>
            <a:pPr>
              <a:buFont typeface="Arial" charset="0"/>
              <a:buChar char="•"/>
            </a:pPr>
            <a:r>
              <a:rPr lang="en-US"/>
              <a:t>  </a:t>
            </a:r>
            <a:r>
              <a:rPr lang="zh-CN"/>
              <a:t>适用于人物皮肤</a:t>
            </a:r>
            <a:endParaRPr/>
          </a:p>
          <a:p>
            <a:pPr>
              <a:buFont typeface="Arial" charset="0"/>
              <a:buChar char="•"/>
            </a:pPr>
            <a:r>
              <a:rPr/>
              <a:t>Subsurface Profile </a:t>
            </a:r>
            <a:r>
              <a:rPr lang="zh-CN"/>
              <a:t>支持厚度</a:t>
            </a:r>
            <a:endParaRPr/>
          </a:p>
          <a:p>
            <a:pPr>
              <a:buFont typeface="Arial" charset="0"/>
              <a:buChar char="•"/>
            </a:pPr>
            <a:r>
              <a:rPr/>
              <a:t>Clear Coat </a:t>
            </a:r>
            <a:r>
              <a:rPr lang="zh-CN"/>
              <a:t>模拟双层反射，模拟喷漆材质</a:t>
            </a:r>
            <a:endParaRPr/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endParaRPr/>
          </a:p>
        </p:txBody>
      </p:sp>
      <p:sp>
        <p:nvSpPr>
          <p:cNvPr id="23" name="内容占位符 2"/>
          <p:cNvSpPr>
            <a:spLocks noGrp="true"/>
          </p:cNvSpPr>
          <p:nvPr>
            <p:ph idx="1"/>
          </p:nvPr>
        </p:nvSpPr>
        <p:spPr/>
        <p:txBody>
          <a:bodyPr>
            <a:normAutofit fontScale="100000"/>
          </a:bodyPr>
          <a:lstStyle/>
          <a:p>
            <a:pPr>
              <a:buFont typeface="Arial" charset="0"/>
              <a:buChar char="•"/>
            </a:pPr>
            <a:r>
              <a:rPr/>
              <a:t>Two Sided Foliage </a:t>
            </a:r>
            <a:r>
              <a:rPr lang="zh-CN"/>
              <a:t>支持双面光照</a:t>
            </a:r>
            <a:endParaRPr/>
          </a:p>
          <a:p>
            <a:pPr>
              <a:buFont typeface="Arial" charset="0"/>
              <a:buChar char="•"/>
            </a:pPr>
            <a:r>
              <a:rPr/>
              <a:t>Hair </a:t>
            </a:r>
            <a:r>
              <a:rPr lang="zh-CN"/>
              <a:t>海飞丝的效果</a:t>
            </a:r>
            <a:endParaRPr/>
          </a:p>
          <a:p>
            <a:pPr>
              <a:buFont typeface="Arial" charset="0"/>
              <a:buChar char="•"/>
            </a:pPr>
            <a:r>
              <a:rPr/>
              <a:t>Cloth </a:t>
            </a:r>
            <a:r>
              <a:rPr lang="zh-CN"/>
              <a:t>布料</a:t>
            </a:r>
            <a:r>
              <a:rPr lang="en-US"/>
              <a:t> </a:t>
            </a:r>
            <a:r>
              <a:rPr lang="zh-CN"/>
              <a:t>针对粗糙度有优化</a:t>
            </a:r>
            <a:endParaRPr/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标题 1"/>
          <p:cNvSpPr>
            <a:spLocks noGrp="true"/>
          </p:cNvSpPr>
          <p:nvPr>
            <p:ph type="title"/>
          </p:nvPr>
        </p:nvSpPr>
        <p:spPr/>
        <p:txBody>
          <a:bodyPr>
            <a:normAutofit fontScale="100000"/>
          </a:bodyPr>
          <a:lstStyle/>
          <a:p>
            <a:pPr>
              <a:buNone/>
            </a:pPr>
            <a:r>
              <a:rPr/>
              <a:t>Material Domain </a:t>
            </a:r>
            <a:r>
              <a:rPr lang="zh-CN"/>
              <a:t>材质域</a:t>
            </a:r>
            <a:endParaRPr/>
          </a:p>
        </p:txBody>
      </p:sp>
      <p:sp>
        <p:nvSpPr>
          <p:cNvPr id="26" name="内容占位符 2"/>
          <p:cNvSpPr>
            <a:spLocks noGrp="true"/>
          </p:cNvSpPr>
          <p:nvPr>
            <p:ph idx="1"/>
          </p:nvPr>
        </p:nvSpPr>
        <p:spPr/>
        <p:txBody>
          <a:bodyPr>
            <a:normAutofit fontScale="100000"/>
          </a:bodyPr>
          <a:lstStyle/>
          <a:p>
            <a:pPr>
              <a:buFont typeface="Arial" charset="0"/>
              <a:buChar char="•"/>
            </a:pPr>
            <a:r>
              <a:rPr lang="en-US"/>
              <a:t>Surface</a:t>
            </a:r>
            <a:endParaRPr/>
          </a:p>
          <a:p>
            <a:pPr>
              <a:buFont typeface="Arial" charset="0"/>
              <a:buChar char="•"/>
            </a:pPr>
            <a:r>
              <a:rPr lang="en-US"/>
              <a:t>Decal</a:t>
            </a:r>
            <a:endParaRPr/>
          </a:p>
          <a:p>
            <a:pPr>
              <a:buFont typeface="Arial" charset="0"/>
              <a:buChar char="•"/>
            </a:pPr>
            <a:r>
              <a:rPr lang="en-US"/>
              <a:t>Light</a:t>
            </a:r>
            <a:endParaRPr/>
          </a:p>
          <a:p>
            <a:pPr>
              <a:buFont typeface="Arial" charset="0"/>
              <a:buChar char="•"/>
            </a:pPr>
            <a:r>
              <a:rPr lang="en-US"/>
              <a:t>Post</a:t>
            </a:r>
            <a:endParaRPr/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标题 1"/>
          <p:cNvSpPr>
            <a:spLocks noGrp="true"/>
          </p:cNvSpPr>
          <p:nvPr>
            <p:ph type="title"/>
          </p:nvPr>
        </p:nvSpPr>
        <p:spPr/>
        <p:txBody>
          <a:bodyPr>
            <a:normAutofit fontScale="100000"/>
          </a:bodyPr>
          <a:lstStyle/>
          <a:p>
            <a:pPr>
              <a:buNone/>
            </a:pPr>
            <a:r>
              <a:rPr lang="zh-CN"/>
              <a:t>材质中简单的数学应用</a:t>
            </a:r>
            <a:endParaRPr/>
          </a:p>
        </p:txBody>
      </p:sp>
      <p:sp>
        <p:nvSpPr>
          <p:cNvPr id="29" name="内容占位符 2"/>
          <p:cNvSpPr>
            <a:spLocks noGrp="true"/>
          </p:cNvSpPr>
          <p:nvPr>
            <p:ph idx="1"/>
          </p:nvPr>
        </p:nvSpPr>
        <p:spPr/>
        <p:txBody>
          <a:bodyPr>
            <a:normAutofit fontScale="100000"/>
          </a:bodyPr>
          <a:lstStyle/>
          <a:p>
            <a:pPr>
              <a:buFont typeface="Arial" charset="0"/>
              <a:buChar char="•"/>
            </a:pPr>
            <a:r>
              <a:rPr lang="zh-CN"/>
              <a:t>四则运算</a:t>
            </a:r>
            <a:endParaRPr/>
          </a:p>
          <a:p>
            <a:pPr>
              <a:buFont typeface="Arial" charset="0"/>
              <a:buChar char="•"/>
            </a:pPr>
            <a:endParaRPr lang="en-US"/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标题 1"/>
          <p:cNvSpPr>
            <a:spLocks noGrp="true"/>
          </p:cNvSpPr>
          <p:nvPr>
            <p:ph type="title"/>
          </p:nvPr>
        </p:nvSpPr>
        <p:spPr/>
        <p:txBody>
          <a:bodyPr>
            <a:normAutofit fontScale="100000"/>
          </a:bodyPr>
          <a:lstStyle/>
          <a:p>
            <a:pPr>
              <a:buNone/>
            </a:pPr>
            <a:r>
              <a:rPr lang="en-US"/>
              <a:t>Extra </a:t>
            </a:r>
            <a:r>
              <a:rPr lang="zh-CN"/>
              <a:t>如何设置</a:t>
            </a:r>
            <a:r>
              <a:rPr lang="en-US"/>
              <a:t>2D</a:t>
            </a:r>
            <a:r>
              <a:rPr lang="zh-CN"/>
              <a:t>项目</a:t>
            </a:r>
            <a:endParaRPr/>
          </a:p>
        </p:txBody>
      </p:sp>
      <p:sp>
        <p:nvSpPr>
          <p:cNvPr id="32" name="内容占位符 2"/>
          <p:cNvSpPr>
            <a:spLocks noGrp="true"/>
          </p:cNvSpPr>
          <p:nvPr>
            <p:ph idx="1"/>
          </p:nvPr>
        </p:nvSpPr>
        <p:spPr/>
        <p:txBody>
          <a:bodyPr>
            <a:normAutofit fontScale="100000"/>
          </a:bodyPr>
          <a:lstStyle/>
          <a:p>
            <a:pPr>
              <a:buFont typeface="Arial" charset="0"/>
              <a:buChar char="•"/>
            </a:pPr>
            <a:r>
              <a:rPr lang="zh-CN"/>
              <a:t>更改抗锯齿的方式</a:t>
            </a:r>
            <a:r>
              <a:rPr lang="en-US"/>
              <a:t> </a:t>
            </a:r>
            <a:r>
              <a:rPr lang="zh-CN"/>
              <a:t>（</a:t>
            </a:r>
            <a:r>
              <a:rPr lang="en-US"/>
              <a:t>TSR - FXAA</a:t>
            </a:r>
            <a:r>
              <a:rPr lang="zh-CN"/>
              <a:t>）</a:t>
            </a:r>
            <a:endParaRPr/>
          </a:p>
          <a:p>
            <a:pPr>
              <a:buFont typeface="Arial" charset="0"/>
              <a:buChar char="•"/>
            </a:pPr>
            <a:r>
              <a:rPr lang="zh-CN"/>
              <a:t>关闭</a:t>
            </a:r>
            <a:r>
              <a:rPr lang="en-US"/>
              <a:t>Motion Blur </a:t>
            </a:r>
            <a:r>
              <a:rPr lang="zh-CN"/>
              <a:t>运动模糊</a:t>
            </a:r>
            <a:r>
              <a:rPr lang="en-US"/>
              <a:t> </a:t>
            </a:r>
            <a:r>
              <a:rPr lang="zh-CN"/>
              <a:t>高速移动导致模糊</a:t>
            </a:r>
            <a:endParaRPr/>
          </a:p>
          <a:p>
            <a:pPr>
              <a:buFont typeface="Arial" charset="0"/>
              <a:buChar char="•"/>
            </a:pPr>
            <a:r>
              <a:rPr lang="zh-CN"/>
              <a:t>将曝光改为手动并设置强度</a:t>
            </a:r>
            <a:endParaRPr/>
          </a:p>
          <a:p>
            <a:pPr>
              <a:buFont typeface="Arial" charset="0"/>
              <a:buChar char="•"/>
            </a:pPr>
            <a:r>
              <a:rPr lang="en-US"/>
              <a:t>Global illumination Method </a:t>
            </a:r>
            <a:r>
              <a:rPr lang="zh-CN"/>
              <a:t>调整至</a:t>
            </a:r>
            <a:r>
              <a:rPr lang="en-US"/>
              <a:t>None</a:t>
            </a:r>
            <a:endParaRPr/>
          </a:p>
          <a:p>
            <a:pPr>
              <a:buFont typeface="Arial" charset="0"/>
              <a:buChar char="•"/>
            </a:pPr>
            <a:r>
              <a:rPr lang="en-US"/>
              <a:t>Reflection Method </a:t>
            </a:r>
            <a:r>
              <a:rPr lang="zh-CN"/>
              <a:t>调整为</a:t>
            </a:r>
            <a:r>
              <a:rPr lang="en-US"/>
              <a:t>Screen Space</a:t>
            </a:r>
            <a:endParaRPr/>
          </a:p>
          <a:p>
            <a:pPr>
              <a:buFont typeface="Arial" charset="0"/>
              <a:buChar char="•"/>
            </a:pPr>
            <a:r>
              <a:rPr lang="zh-CN"/>
              <a:t>启用</a:t>
            </a:r>
            <a:r>
              <a:rPr lang="en-US"/>
              <a:t>Forward render</a:t>
            </a:r>
            <a:endParaRPr/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true"/>
          </p:cNvSpPr>
          <p:nvPr>
            <p:ph type="title"/>
          </p:nvPr>
        </p:nvSpPr>
        <p:spPr/>
        <p:txBody>
          <a:bodyPr>
            <a:normAutofit fontScale="100000"/>
          </a:bodyPr>
          <a:lstStyle/>
          <a:p>
            <a:pPr>
              <a:buNone/>
            </a:pPr>
            <a:r>
              <a:rPr lang="zh-CN"/>
              <a:t>关于</a:t>
            </a:r>
            <a:r>
              <a:rPr lang="en-US"/>
              <a:t>ForwardRender</a:t>
            </a:r>
            <a:endParaRPr/>
          </a:p>
        </p:txBody>
      </p:sp>
      <p:sp>
        <p:nvSpPr>
          <p:cNvPr id="6" name=""/>
          <p:cNvSpPr/>
          <p:nvPr>
            <p:ph idx="1"/>
          </p:nvPr>
        </p:nvSpPr>
        <p:spPr>
          <a:prstGeom prst="rect">
            <a:avLst/>
          </a:prstGeom>
        </p:spPr>
        <p:txBody>
          <a:bodyPr>
            <a:normAutofit fontScale="100000"/>
          </a:bodyPr>
          <a:lstStyle/>
          <a:p>
            <a:pPr>
              <a:buFont typeface="Arial" charset="0"/>
              <a:buChar char="•"/>
            </a:pPr>
            <a:r>
              <a:rPr u="sng">
                <a:hlinkClick r:id="rId1"/>
              </a:rPr>
              <a:t>Unreal Engine 中的前向着色渲染器 |Unreal Engine 5.5 文档 |Epic 开发者社区</a:t>
            </a:r>
            <a:endParaRPr/>
          </a:p>
          <a:p>
            <a:pPr>
              <a:buFont typeface="Arial" charset="0"/>
              <a:buChar char="•"/>
            </a:pPr>
            <a:r>
              <a:rPr lang="zh-CN" u="sng"/>
              <a:t>区别总结就是半透明的材质影响较大，尤其是半透明的阴影印象最大</a:t>
            </a:r>
            <a:endParaRPr/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>
            <a:spLocks noGrp="true"/>
          </p:cNvSpPr>
          <p:nvPr>
            <p:ph idx="1"/>
          </p:nvPr>
        </p:nvSpPr>
        <p:spPr>
          <a:xfrm rot="0" flipH="false" flipV="false">
            <a:off x="838200" y="597326"/>
            <a:ext cx="10515600" cy="5579636"/>
          </a:xfrm>
        </p:spPr>
        <p:txBody>
          <a:bodyPr>
            <a:normAutofit fontScale="100000"/>
          </a:bodyPr>
          <a:lstStyle/>
          <a:p>
            <a:pPr>
              <a:buFont typeface="Arial" charset="0"/>
              <a:buChar char="•"/>
            </a:pPr>
            <a:r>
              <a:rPr lang="zh-CN"/>
              <a:t>设置透视相机和正交相机</a:t>
            </a:r>
            <a:endParaRPr/>
          </a:p>
          <a:p>
            <a:pPr>
              <a:buFont typeface="Arial" charset="0"/>
              <a:buChar char="•"/>
            </a:pPr>
            <a:r>
              <a:rPr lang="zh-CN"/>
              <a:t>透明材质的次序问题</a:t>
            </a:r>
            <a:endParaRPr/>
          </a:p>
          <a:p>
            <a:pPr>
              <a:buFont typeface="Arial" charset="0"/>
              <a:buChar char="•"/>
            </a:pPr>
            <a:r>
              <a:rPr lang="zh-CN"/>
              <a:t>导入素材的问题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腾讯文档 默认主题​">
  <a:themeElements>
    <a:clrScheme name="Tencent">
      <a:dk1>
        <a:srgbClr val="000000"/>
      </a:dk1>
      <a:lt1>
        <a:srgbClr val="FFFFFF"/>
      </a:lt1>
      <a:dk2>
        <a:srgbClr val="485368"/>
      </a:dk2>
      <a:lt2>
        <a:srgbClr val="2972F4"/>
      </a:lt2>
      <a:accent1>
        <a:srgbClr val="00A3F5"/>
      </a:accent1>
      <a:accent2>
        <a:srgbClr val="319B62"/>
      </a:accent2>
      <a:accent3>
        <a:srgbClr val="DE3C36"/>
      </a:accent3>
      <a:accent4>
        <a:srgbClr val="F88825"/>
      </a:accent4>
      <a:accent5>
        <a:srgbClr val="F5C400"/>
      </a:accent5>
      <a:accent6>
        <a:srgbClr val="9A38D7"/>
      </a:accent6>
      <a:hlink>
        <a:srgbClr val="175CEB"/>
      </a:hlink>
      <a:folHlink>
        <a:srgbClr val="81868F"/>
      </a:folHlink>
    </a:clrScheme>
    <a:fontScheme name="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false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2025-01-21T20:43:47Z</dcterms:created>
  <dcterms:modified xsi:type="dcterms:W3CDTF">2025-01-21T20:43:47Z</dcterms:modified>
</cp:coreProperties>
</file>
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slides/slide4.xml" ContentType="application/vnd.openxmlformats-officedocument.presentationml.slide+xml"/>
  <Override PartName="/ppt/slides/slide2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5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s/slide3.xml" ContentType="application/vnd.openxmlformats-officedocument.presentationml.slide+xml"/>
  <Override PartName="/ppt/slideLayouts/slideLayout8.xml" ContentType="application/vnd.openxmlformats-officedocument.presentationml.slideLayout+xml"/>
  <Override PartName="/ppt/slides/slide6.xml" ContentType="application/vnd.openxmlformats-officedocument.presentationml.slide+xml"/>
  <Override PartName="/ppt/slideLayouts/slideLayout4.xml" ContentType="application/vnd.openxmlformats-officedocument.presentationml.slideLayout+xml"/>
  <Override PartName="/docProps/core.xml" ContentType="application/vnd.openxmlformats-package.core-properties+xml"/>
  <Override PartName="/ppt/slideLayouts/slideLayout10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7.xml" ContentType="application/vnd.openxmlformats-officedocument.presentationml.slide+xml"/>
  <Override PartName="/ppt/slideLayouts/slideLayout2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s/slide5.xml" ContentType="application/vnd.openxmlformats-officedocument.presentationml.slide+xml"/>
  <Override PartName="/ppt/slides/slide1.xml" ContentType="application/vnd.openxmlformats-officedocument.presentationml.slide+xml"/>
  <Override PartName="/ppt/slideLayouts/slideLayout6.xml" ContentType="application/vnd.openxmlformats-officedocument.presentationml.slideLayout+xml"/>
  <Override PartName="/ppt/slideLayouts/slideLayout9.xml" ContentType="application/vnd.openxmlformats-officedocument.presentationml.slideLayout+xml"/>
  <Override PartName="/docProps/app.xml" ContentType="application/vnd.openxmlformats-officedocument.extended-properties+xml"/>
  <Override PartName="/ppt/presentation.xml" ContentType="application/vnd.openxmlformats-officedocument.presentationml.presentation.main+xml"/>
</Types>
</file>

<file path=_rels/.rels><?xml version="1.0" encoding="UTF-8" standalone="yes"?><Relationships xmlns="http://schemas.openxmlformats.org/package/2006/relationships"><Relationship Id="rId2" Type="http://schemas.openxmlformats.org/officeDocument/2006/relationships/extended-properties" Target="docProps/app.xml" /><Relationship Id="rId0" Type="http://schemas.openxmlformats.org/officeDocument/2006/relationships/officeDocument" Target="ppt/presentation.xml" /><Relationship Id="rId1" Type="http://schemas.openxmlformats.org/package/2006/relationships/metadata/core-properties" Target="docProps/core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firstSlideNum="1">
  <p:sldMasterIdLst>
    <p:sldMasterId id="2147483648" r:id="rId0"/>
  </p:sld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</p:sldIdLst>
  <p:sldSz cx="12192000" cy="6858000" type="screen16x9"/>
  <p:notesSz cx="6858000" cy="9144000"/>
  <p:defaultTextStyle>
    <a:lvl1pPr marL="0" lvl="0" algn="l" defTabSz="914400">
      <a:lnSpc>
        <a:spcPct val="130000"/>
      </a:lnSpc>
      <a:defRPr sz="1800" kern="1200">
        <a:solidFill>
          <a:schemeClr val="tx1"/>
        </a:solidFill>
        <a:latin typeface="Arial"/>
        <a:ea typeface="Microsoft YaHei"/>
      </a:defRPr>
    </a:lvl1pPr>
    <a:lvl2pPr marL="457200" lvl="1" algn="l" defTabSz="914400">
      <a:lnSpc>
        <a:spcPct val="130000"/>
      </a:lnSpc>
      <a:defRPr sz="1800" kern="1200">
        <a:solidFill>
          <a:schemeClr val="tx1"/>
        </a:solidFill>
        <a:latin typeface="Arial"/>
        <a:ea typeface="Microsoft YaHei"/>
      </a:defRPr>
    </a:lvl2pPr>
    <a:lvl3pPr marL="914400" lvl="2" algn="l" defTabSz="914400">
      <a:lnSpc>
        <a:spcPct val="130000"/>
      </a:lnSpc>
      <a:defRPr sz="1800" kern="1200">
        <a:solidFill>
          <a:schemeClr val="tx1"/>
        </a:solidFill>
        <a:latin typeface="Arial"/>
        <a:ea typeface="Microsoft YaHei"/>
      </a:defRPr>
    </a:lvl3pPr>
    <a:lvl4pPr marL="1371600" lvl="3" algn="l" defTabSz="914400">
      <a:lnSpc>
        <a:spcPct val="130000"/>
      </a:lnSpc>
      <a:defRPr sz="1800" kern="1200">
        <a:solidFill>
          <a:schemeClr val="tx1"/>
        </a:solidFill>
        <a:latin typeface="Arial"/>
        <a:ea typeface="Microsoft YaHei"/>
      </a:defRPr>
    </a:lvl4pPr>
    <a:lvl5pPr marL="1828800" lvl="4" algn="l" defTabSz="914400">
      <a:lnSpc>
        <a:spcPct val="130000"/>
      </a:lnSpc>
      <a:defRPr sz="1800" kern="1200">
        <a:solidFill>
          <a:schemeClr val="tx1"/>
        </a:solidFill>
        <a:latin typeface="Arial"/>
        <a:ea typeface="Microsoft YaHei"/>
      </a:defRPr>
    </a:lvl5pPr>
    <a:lvl6pPr marL="2286000" lvl="5" algn="l" defTabSz="914400">
      <a:lnSpc>
        <a:spcPct val="130000"/>
      </a:lnSpc>
      <a:defRPr sz="1800" kern="1200">
        <a:solidFill>
          <a:schemeClr val="tx1"/>
        </a:solidFill>
        <a:latin typeface="Arial"/>
        <a:ea typeface="Microsoft YaHei"/>
      </a:defRPr>
    </a:lvl6pPr>
    <a:lvl7pPr marL="2743200" lvl="6" algn="l" defTabSz="914400">
      <a:lnSpc>
        <a:spcPct val="130000"/>
      </a:lnSpc>
      <a:defRPr sz="1800" kern="1200">
        <a:solidFill>
          <a:schemeClr val="tx1"/>
        </a:solidFill>
        <a:latin typeface="Arial"/>
        <a:ea typeface="Microsoft YaHei"/>
      </a:defRPr>
    </a:lvl7pPr>
    <a:lvl8pPr marL="3200400" lvl="7" algn="l" defTabSz="914400">
      <a:lnSpc>
        <a:spcPct val="130000"/>
      </a:lnSpc>
      <a:defRPr sz="1800" kern="1200">
        <a:solidFill>
          <a:schemeClr val="tx1"/>
        </a:solidFill>
        <a:latin typeface="Arial"/>
        <a:ea typeface="Microsoft YaHei"/>
      </a:defRPr>
    </a:lvl8pPr>
    <a:lvl9pPr marL="3657600" lvl="8" algn="l" defTabSz="914400">
      <a:lnSpc>
        <a:spcPct val="130000"/>
      </a:lnSpc>
      <a:defRPr sz="1800" kern="1200">
        <a:solidFill>
          <a:schemeClr val="tx1"/>
        </a:solidFill>
        <a:latin typeface="Arial"/>
        <a:ea typeface="Microsoft YaHei"/>
      </a:defRPr>
    </a:lvl9pPr>
  </p:defaultTextStyle>
</p:presentation>
</file>

<file path=ppt/tableStyles.xml><?xml version="1.0" encoding="utf-8"?>
<a:tblStyleLst xmlns:a="http://schemas.openxmlformats.org/drawingml/2006/main" def="{5C22544A-7EE6-4342-B048-85BDC9FD1C3A}">
  <a:tblStyle styleId="{58542034-FE4F-4ADA-92B8-4CA66D0F0DF3}" styleName="腾讯文档-基本">
    <a:wholeTbl>
      <a:tcTxStyle>
        <a:fontRef idx="minor"/>
        <a:srgbClr val="000000"/>
      </a:tcTxStyle>
      <a:tcStyle>
        <a:tcBdr>
          <a:left>
            <a:ln w="12700" cmpd="sng">
              <a:solidFill>
                <a:srgbClr val="999999"/>
              </a:solidFill>
            </a:ln>
          </a:left>
          <a:right>
            <a:ln w="12700" cmpd="sng">
              <a:solidFill>
                <a:srgbClr val="999999"/>
              </a:solidFill>
            </a:ln>
          </a:right>
          <a:top>
            <a:ln w="12700" cmpd="sng">
              <a:solidFill>
                <a:srgbClr val="999999"/>
              </a:solidFill>
            </a:ln>
          </a:top>
          <a:bottom>
            <a:ln w="12700" cmpd="sng">
              <a:solidFill>
                <a:srgbClr val="999999"/>
              </a:solidFill>
            </a:ln>
          </a:bottom>
          <a:insideH>
            <a:ln w="12700" cmpd="sng">
              <a:solidFill>
                <a:srgbClr val="999999"/>
              </a:solidFill>
            </a:ln>
          </a:insideH>
          <a:insideV>
            <a:ln w="12700" cmpd="sng">
              <a:solidFill>
                <a:srgbClr val="999999"/>
              </a:solidFill>
            </a:ln>
          </a:insideV>
        </a:tcBdr>
        <a:fill>
          <a:solidFill>
            <a:srgbClr val="FFFFFF"/>
          </a:solidFill>
        </a:fill>
      </a:tcStyle>
    </a:wholeTbl>
  </a:tblStyle>
</a:tblStyleLst>
</file>

<file path=ppt/_rels/presentation.xml.rels><?xml version="1.0" encoding="UTF-8" standalone="yes"?><Relationships xmlns="http://schemas.openxmlformats.org/package/2006/relationships"><Relationship Id="rId9" Type="http://schemas.openxmlformats.org/officeDocument/2006/relationships/tableStyles" Target="tableStyles.xml" /><Relationship Id="rId8" Type="http://schemas.openxmlformats.org/officeDocument/2006/relationships/slide" Target="slides/slide8.xml" /><Relationship Id="rId7" Type="http://schemas.openxmlformats.org/officeDocument/2006/relationships/slide" Target="slides/slide7.xml" /><Relationship Id="rId6" Type="http://schemas.openxmlformats.org/officeDocument/2006/relationships/slide" Target="slides/slide6.xml" /><Relationship Id="rId0" Type="http://schemas.openxmlformats.org/officeDocument/2006/relationships/slideMaster" Target="slideMasters/slideMaster1.xml" /><Relationship Id="rId1" Type="http://schemas.openxmlformats.org/officeDocument/2006/relationships/slide" Target="slides/slide1.xml" /><Relationship Id="rId2" Type="http://schemas.openxmlformats.org/officeDocument/2006/relationships/slide" Target="slides/slide2.xml" /><Relationship Id="rId3" Type="http://schemas.openxmlformats.org/officeDocument/2006/relationships/slide" Target="slides/slide3.xml" /><Relationship Id="rId4" Type="http://schemas.openxmlformats.org/officeDocument/2006/relationships/slide" Target="slides/slide4.xml" /><Relationship Id="rId5" Type="http://schemas.openxmlformats.org/officeDocument/2006/relationships/slide" Target="slides/slide5.xml" /></Relationships>
</file>

<file path=ppt/slideLayouts/_rels/slideLayout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2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3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4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5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6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7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8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9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10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1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p="http://schemas.openxmlformats.org/presentationml/2006/main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true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lvl="0" algn="ctr">
              <a:defRPr sz="6000"/>
            </a:lvl1pPr>
          </a:lstStyle>
          <a:p>
            <a:pPr/>
            <a:r>
              <a:rPr lang="zh-CN"/>
              <a:t>单击此处编辑母版标题样式</a:t>
            </a:r>
            <a:endParaRPr/>
          </a:p>
        </p:txBody>
      </p:sp>
      <p:sp>
        <p:nvSpPr>
          <p:cNvPr id="3" name="副标题 2"/>
          <p:cNvSpPr>
            <a:spLocks noGrp="true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lvl="0" indent="0" algn="ctr">
              <a:buNone/>
              <a:defRPr sz="2400"/>
            </a:lvl1pPr>
            <a:lvl2pPr marL="457200" lvl="1" indent="0" algn="ctr">
              <a:buNone/>
              <a:defRPr sz="2000"/>
            </a:lvl2pPr>
            <a:lvl3pPr marL="914400" lvl="2" indent="0" algn="ctr">
              <a:buNone/>
              <a:defRPr sz="1800"/>
            </a:lvl3pPr>
            <a:lvl4pPr marL="1371600" lvl="3" indent="0" algn="ctr">
              <a:buNone/>
              <a:defRPr sz="1600"/>
            </a:lvl4pPr>
            <a:lvl5pPr marL="1828800" lvl="4" indent="0" algn="ctr">
              <a:buNone/>
              <a:defRPr sz="1600"/>
            </a:lvl5pPr>
            <a:lvl6pPr marL="2286000" lvl="5" indent="0" algn="ctr">
              <a:buNone/>
              <a:defRPr sz="1600"/>
            </a:lvl6pPr>
            <a:lvl7pPr marL="2743200" lvl="6" indent="0" algn="ctr">
              <a:buNone/>
              <a:defRPr sz="1600"/>
            </a:lvl7pPr>
            <a:lvl8pPr marL="3200400" lvl="7" indent="0" algn="ctr">
              <a:buNone/>
              <a:defRPr sz="1600"/>
            </a:lvl8pPr>
            <a:lvl9pPr marL="3657600" lvl="8" indent="0" algn="ctr">
              <a:buNone/>
              <a:defRPr sz="1600"/>
            </a:lvl9pPr>
          </a:lstStyle>
          <a:p>
            <a:pPr/>
            <a:r>
              <a:rPr lang="zh-CN"/>
              <a:t>单击此处编辑母版副标题样式</a:t>
            </a:r>
            <a:endParaRPr/>
          </a:p>
        </p:txBody>
      </p:sp>
      <p:sp>
        <p:nvSpPr>
          <p:cNvPr id="4" name="日期占位符 3"/>
          <p:cNvSpPr>
            <a:spLocks noGrp="true"/>
          </p:cNvSpPr>
          <p:nvPr>
            <p:ph type="dt" idx="10"/>
          </p:nvPr>
        </p:nvSpPr>
        <p:spPr/>
        <p:txBody>
          <a:bodyPr/>
          <a:p>
            <a:pPr/>
            <a:fld id="{0F7DC6A6-BF1E-4CE5-B3E6-718B8EA0B82A}" type="datetime1">
              <a:rPr lang="zh-CN"/>
              <a:t>2022/12/22</a:t>
            </a:fld>
            <a:endParaRPr lang="zh-CN"/>
          </a:p>
        </p:txBody>
      </p:sp>
      <p:sp>
        <p:nvSpPr>
          <p:cNvPr id="5" name="页脚占位符 4"/>
          <p:cNvSpPr>
            <a:spLocks noGrp="true"/>
          </p:cNvSpPr>
          <p:nvPr>
            <p:ph type="ftr" idx="11"/>
          </p:nvPr>
        </p:nvSpPr>
        <p:spPr/>
        <p:txBody>
          <a:bodyPr/>
          <a:p>
            <a:pPr/>
            <a:endParaRPr lang="zh-CN"/>
          </a:p>
        </p:txBody>
      </p:sp>
      <p:sp>
        <p:nvSpPr>
          <p:cNvPr id="6" name="灯片编号占位符 5"/>
          <p:cNvSpPr>
            <a:spLocks noGrp="true"/>
          </p:cNvSpPr>
          <p:nvPr>
            <p:ph type="sldNum" idx="12"/>
          </p:nvPr>
        </p:nvSpPr>
        <p:spPr/>
        <p:txBody>
          <a:bodyPr/>
          <a:p>
            <a:pPr/>
            <a:fld id="{8FC705DF-EB6A-4429-A9CF-8086C29D54D9}" type="slidenum">
              <a:rPr 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p="http://schemas.openxmlformats.org/presentationml/2006/main">
  <p:cSld name="标题和内容">
    <p:spTree>
      <p:nvGrpSpPr>
        <p:cNvPr id="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1"/>
          <p:cNvSpPr>
            <a:spLocks noGrp="true"/>
          </p:cNvSpPr>
          <p:nvPr>
            <p:ph type="title"/>
          </p:nvPr>
        </p:nvSpPr>
        <p:spPr/>
        <p:txBody>
          <a:bodyPr/>
          <a:p>
            <a:pPr/>
            <a:r>
              <a:rPr lang="zh-CN"/>
              <a:t>单击此处编辑母版标题样式</a:t>
            </a:r>
            <a:endParaRPr/>
          </a:p>
        </p:txBody>
      </p:sp>
      <p:sp>
        <p:nvSpPr>
          <p:cNvPr id="9" name="内容占位符 2"/>
          <p:cNvSpPr>
            <a:spLocks noGrp="true"/>
          </p:cNvSpPr>
          <p:nvPr>
            <p:ph idx="1"/>
          </p:nvPr>
        </p:nvSpPr>
        <p:spPr/>
        <p:txBody>
          <a:bodyPr/>
          <a:p>
            <a:pPr lvl="0"/>
            <a:r>
              <a:rPr lang="zh-CN"/>
              <a:t>单击此处编辑母版文本样式</a:t>
            </a:r>
            <a:endParaRPr/>
          </a:p>
          <a:p>
            <a:pPr lvl="1"/>
            <a:r>
              <a:rPr lang="zh-CN"/>
              <a:t>二级</a:t>
            </a:r>
            <a:endParaRPr/>
          </a:p>
          <a:p>
            <a:pPr lvl="2"/>
            <a:r>
              <a:rPr lang="zh-CN"/>
              <a:t>三级</a:t>
            </a:r>
            <a:endParaRPr/>
          </a:p>
          <a:p>
            <a:pPr lvl="3"/>
            <a:r>
              <a:rPr lang="zh-CN"/>
              <a:t>四级</a:t>
            </a:r>
            <a:endParaRPr/>
          </a:p>
          <a:p>
            <a:pPr lvl="4"/>
            <a:r>
              <a:rPr lang="zh-CN"/>
              <a:t>五级</a:t>
            </a:r>
            <a:endParaRPr/>
          </a:p>
        </p:txBody>
      </p:sp>
      <p:sp>
        <p:nvSpPr>
          <p:cNvPr id="10" name="日期占位符 3"/>
          <p:cNvSpPr>
            <a:spLocks noGrp="true"/>
          </p:cNvSpPr>
          <p:nvPr>
            <p:ph type="dt" idx="10"/>
          </p:nvPr>
        </p:nvSpPr>
        <p:spPr/>
        <p:txBody>
          <a:bodyPr/>
          <a:p>
            <a:pPr/>
            <a:fld id="{7B03108F-6D01-401F-BB83-A4EE273EE035}" type="datetime1">
              <a:rPr lang="zh-CN"/>
              <a:t>2022/12/22</a:t>
            </a:fld>
            <a:endParaRPr lang="zh-CN"/>
          </a:p>
        </p:txBody>
      </p:sp>
      <p:sp>
        <p:nvSpPr>
          <p:cNvPr id="11" name="页脚占位符 4"/>
          <p:cNvSpPr>
            <a:spLocks noGrp="true"/>
          </p:cNvSpPr>
          <p:nvPr>
            <p:ph type="ftr" idx="11"/>
          </p:nvPr>
        </p:nvSpPr>
        <p:spPr/>
        <p:txBody>
          <a:bodyPr/>
          <a:p>
            <a:pPr/>
            <a:endParaRPr lang="zh-CN"/>
          </a:p>
        </p:txBody>
      </p:sp>
      <p:sp>
        <p:nvSpPr>
          <p:cNvPr id="12" name="灯片编号占位符 5"/>
          <p:cNvSpPr>
            <a:spLocks noGrp="true"/>
          </p:cNvSpPr>
          <p:nvPr>
            <p:ph type="sldNum" idx="12"/>
          </p:nvPr>
        </p:nvSpPr>
        <p:spPr/>
        <p:txBody>
          <a:bodyPr/>
          <a:p>
            <a:pPr/>
            <a:fld id="{2A18DFAB-279D-45FB-8988-01B47F34F95A}" type="slidenum">
              <a:rPr 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p="http://schemas.openxmlformats.org/presentationml/2006/main">
  <p:cSld name="节标题">
    <p:spTree>
      <p:nvGrpSpPr>
        <p:cNvPr id="1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标题 1"/>
          <p:cNvSpPr>
            <a:spLocks noGrp="true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 lvl="0">
              <a:defRPr sz="6000"/>
            </a:lvl1pPr>
          </a:lstStyle>
          <a:p>
            <a:pPr/>
            <a:r>
              <a:rPr lang="zh-CN"/>
              <a:t>单击此处编辑母版标题样式</a:t>
            </a:r>
            <a:endParaRPr/>
          </a:p>
        </p:txBody>
      </p:sp>
      <p:sp>
        <p:nvSpPr>
          <p:cNvPr id="21" name="文本占位符 2"/>
          <p:cNvSpPr>
            <a:spLocks noGrp="true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lv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lvl="1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lvl="2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lvl="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lvl="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lvl="5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lvl="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lvl="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lvl="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/>
              <a:t>单击此处编辑母版文本样式</a:t>
            </a:r>
            <a:endParaRPr/>
          </a:p>
        </p:txBody>
      </p:sp>
      <p:sp>
        <p:nvSpPr>
          <p:cNvPr id="22" name="日期占位符 3"/>
          <p:cNvSpPr>
            <a:spLocks noGrp="true"/>
          </p:cNvSpPr>
          <p:nvPr>
            <p:ph type="dt" idx="10"/>
          </p:nvPr>
        </p:nvSpPr>
        <p:spPr/>
        <p:txBody>
          <a:bodyPr/>
          <a:p>
            <a:pPr/>
            <a:fld id="{8D5B006A-3E28-4231-AF04-14767498E664}" type="datetime1">
              <a:rPr lang="zh-CN"/>
              <a:t>2022/12/22</a:t>
            </a:fld>
            <a:endParaRPr lang="zh-CN"/>
          </a:p>
        </p:txBody>
      </p:sp>
      <p:sp>
        <p:nvSpPr>
          <p:cNvPr id="23" name="页脚占位符 4"/>
          <p:cNvSpPr>
            <a:spLocks noGrp="true"/>
          </p:cNvSpPr>
          <p:nvPr>
            <p:ph type="ftr" idx="11"/>
          </p:nvPr>
        </p:nvSpPr>
        <p:spPr/>
        <p:txBody>
          <a:bodyPr/>
          <a:p>
            <a:pPr/>
            <a:endParaRPr lang="zh-CN"/>
          </a:p>
        </p:txBody>
      </p:sp>
      <p:sp>
        <p:nvSpPr>
          <p:cNvPr id="24" name="灯片编号占位符 5"/>
          <p:cNvSpPr>
            <a:spLocks noGrp="true"/>
          </p:cNvSpPr>
          <p:nvPr>
            <p:ph type="sldNum" idx="12"/>
          </p:nvPr>
        </p:nvSpPr>
        <p:spPr/>
        <p:txBody>
          <a:bodyPr/>
          <a:p>
            <a:pPr/>
            <a:fld id="{C8B94FA0-F740-4CDC-A935-5AEA919A98DA}" type="slidenum">
              <a:rPr 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p="http://schemas.openxmlformats.org/presentationml/2006/main">
  <p:cSld name="两栏内容">
    <p:spTree>
      <p:nvGrpSpPr>
        <p:cNvPr id="2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标题 1"/>
          <p:cNvSpPr>
            <a:spLocks noGrp="true"/>
          </p:cNvSpPr>
          <p:nvPr>
            <p:ph type="title"/>
          </p:nvPr>
        </p:nvSpPr>
        <p:spPr/>
        <p:txBody>
          <a:bodyPr/>
          <a:p>
            <a:pPr/>
            <a:r>
              <a:rPr lang="zh-CN"/>
              <a:t>单击此处编辑母版标题样式</a:t>
            </a:r>
            <a:endParaRPr/>
          </a:p>
        </p:txBody>
      </p:sp>
      <p:sp>
        <p:nvSpPr>
          <p:cNvPr id="27" name="内容占位符 2"/>
          <p:cNvSpPr>
            <a:spLocks noGrp="true"/>
          </p:cNvSpPr>
          <p:nvPr>
            <p:ph idx="1"/>
          </p:nvPr>
        </p:nvSpPr>
        <p:spPr>
          <a:xfrm>
            <a:off x="838200" y="1825625"/>
            <a:ext cx="5181600" cy="4351338"/>
          </a:xfrm>
        </p:spPr>
        <p:txBody>
          <a:bodyPr/>
          <a:p>
            <a:pPr lvl="0"/>
            <a:r>
              <a:rPr lang="zh-CN"/>
              <a:t>单击此处编辑母版文本样式</a:t>
            </a:r>
            <a:endParaRPr/>
          </a:p>
          <a:p>
            <a:pPr lvl="1"/>
            <a:r>
              <a:rPr lang="zh-CN"/>
              <a:t>二级</a:t>
            </a:r>
            <a:endParaRPr/>
          </a:p>
          <a:p>
            <a:pPr lvl="2"/>
            <a:r>
              <a:rPr lang="zh-CN"/>
              <a:t>三级</a:t>
            </a:r>
            <a:endParaRPr/>
          </a:p>
          <a:p>
            <a:pPr lvl="3"/>
            <a:r>
              <a:rPr lang="zh-CN"/>
              <a:t>四级</a:t>
            </a:r>
            <a:endParaRPr/>
          </a:p>
          <a:p>
            <a:pPr lvl="4"/>
            <a:r>
              <a:rPr lang="zh-CN"/>
              <a:t>五级</a:t>
            </a:r>
            <a:endParaRPr/>
          </a:p>
        </p:txBody>
      </p:sp>
      <p:sp>
        <p:nvSpPr>
          <p:cNvPr id="28" name="内容占位符 3"/>
          <p:cNvSpPr>
            <a:spLocks noGrp="true"/>
          </p:cNvSpPr>
          <p:nvPr>
            <p:ph idx="2"/>
          </p:nvPr>
        </p:nvSpPr>
        <p:spPr>
          <a:xfrm>
            <a:off x="6172200" y="1825625"/>
            <a:ext cx="5181600" cy="4351338"/>
          </a:xfrm>
        </p:spPr>
        <p:txBody>
          <a:bodyPr/>
          <a:p>
            <a:pPr lvl="0"/>
            <a:r>
              <a:rPr lang="zh-CN"/>
              <a:t>单击此处编辑母版文本样式</a:t>
            </a:r>
            <a:endParaRPr/>
          </a:p>
          <a:p>
            <a:pPr lvl="1"/>
            <a:r>
              <a:rPr lang="zh-CN"/>
              <a:t>二级</a:t>
            </a:r>
            <a:endParaRPr/>
          </a:p>
          <a:p>
            <a:pPr lvl="2"/>
            <a:r>
              <a:rPr lang="zh-CN"/>
              <a:t>三级</a:t>
            </a:r>
            <a:endParaRPr/>
          </a:p>
          <a:p>
            <a:pPr lvl="3"/>
            <a:r>
              <a:rPr lang="zh-CN"/>
              <a:t>四级</a:t>
            </a:r>
            <a:endParaRPr/>
          </a:p>
          <a:p>
            <a:pPr lvl="4"/>
            <a:r>
              <a:rPr lang="zh-CN"/>
              <a:t>五级</a:t>
            </a:r>
            <a:endParaRPr/>
          </a:p>
        </p:txBody>
      </p:sp>
      <p:sp>
        <p:nvSpPr>
          <p:cNvPr id="29" name="日期占位符 4"/>
          <p:cNvSpPr>
            <a:spLocks noGrp="true"/>
          </p:cNvSpPr>
          <p:nvPr>
            <p:ph type="dt" idx="10"/>
          </p:nvPr>
        </p:nvSpPr>
        <p:spPr/>
        <p:txBody>
          <a:bodyPr/>
          <a:p>
            <a:pPr/>
            <a:fld id="{A1F3BCCF-927F-4C14-9052-F5177C3C439D}" type="datetime1">
              <a:rPr lang="zh-CN"/>
              <a:t>2022/12/22</a:t>
            </a:fld>
            <a:endParaRPr lang="zh-CN"/>
          </a:p>
        </p:txBody>
      </p:sp>
      <p:sp>
        <p:nvSpPr>
          <p:cNvPr id="30" name="页脚占位符 5"/>
          <p:cNvSpPr>
            <a:spLocks noGrp="true"/>
          </p:cNvSpPr>
          <p:nvPr>
            <p:ph type="ftr" idx="11"/>
          </p:nvPr>
        </p:nvSpPr>
        <p:spPr/>
        <p:txBody>
          <a:bodyPr/>
          <a:p>
            <a:pPr/>
            <a:endParaRPr lang="zh-CN"/>
          </a:p>
        </p:txBody>
      </p:sp>
      <p:sp>
        <p:nvSpPr>
          <p:cNvPr id="31" name="灯片编号占位符 6"/>
          <p:cNvSpPr>
            <a:spLocks noGrp="true"/>
          </p:cNvSpPr>
          <p:nvPr>
            <p:ph type="sldNum" idx="12"/>
          </p:nvPr>
        </p:nvSpPr>
        <p:spPr/>
        <p:txBody>
          <a:bodyPr/>
          <a:p>
            <a:pPr/>
            <a:fld id="{408259AF-2A25-452C-AA5F-7B080E8C5A7E}" type="slidenum">
              <a:rPr 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p="http://schemas.openxmlformats.org/presentationml/2006/main">
  <p:cSld name="比较">
    <p:spTree>
      <p:nvGrpSpPr>
        <p:cNvPr id="3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标题 1"/>
          <p:cNvSpPr>
            <a:spLocks noGrp="true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p>
            <a:pPr/>
            <a:r>
              <a:rPr lang="zh-CN"/>
              <a:t>单击此处编辑母版标题样式</a:t>
            </a:r>
            <a:endParaRPr/>
          </a:p>
        </p:txBody>
      </p:sp>
      <p:sp>
        <p:nvSpPr>
          <p:cNvPr id="34" name="文本占位符 2"/>
          <p:cNvSpPr>
            <a:spLocks noGrp="true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lvl="0" indent="0">
              <a:buNone/>
              <a:defRPr sz="2400" b="true"/>
            </a:lvl1pPr>
            <a:lvl2pPr marL="457200" lvl="1" indent="0">
              <a:buNone/>
              <a:defRPr sz="2000" b="true"/>
            </a:lvl2pPr>
            <a:lvl3pPr marL="914400" lvl="2" indent="0">
              <a:buNone/>
              <a:defRPr sz="1800" b="true"/>
            </a:lvl3pPr>
            <a:lvl4pPr marL="1371600" lvl="3" indent="0">
              <a:buNone/>
              <a:defRPr sz="1600" b="true"/>
            </a:lvl4pPr>
            <a:lvl5pPr marL="1828800" lvl="4" indent="0">
              <a:buNone/>
              <a:defRPr sz="1600" b="true"/>
            </a:lvl5pPr>
            <a:lvl6pPr marL="2286000" lvl="5" indent="0">
              <a:buNone/>
              <a:defRPr sz="1600" b="true"/>
            </a:lvl6pPr>
            <a:lvl7pPr marL="2743200" lvl="6" indent="0">
              <a:buNone/>
              <a:defRPr sz="1600" b="true"/>
            </a:lvl7pPr>
            <a:lvl8pPr marL="3200400" lvl="7" indent="0">
              <a:buNone/>
              <a:defRPr sz="1600" b="true"/>
            </a:lvl8pPr>
            <a:lvl9pPr marL="3657600" lvl="8" indent="0">
              <a:buNone/>
              <a:defRPr sz="1600" b="true"/>
            </a:lvl9pPr>
          </a:lstStyle>
          <a:p>
            <a:pPr lvl="0"/>
            <a:r>
              <a:rPr lang="zh-CN"/>
              <a:t>单击此处编辑母版文本样式</a:t>
            </a:r>
            <a:endParaRPr/>
          </a:p>
        </p:txBody>
      </p:sp>
      <p:sp>
        <p:nvSpPr>
          <p:cNvPr id="35" name="内容占位符 3"/>
          <p:cNvSpPr>
            <a:spLocks noGrp="true"/>
          </p:cNvSpPr>
          <p:nvPr>
            <p:ph idx="2"/>
          </p:nvPr>
        </p:nvSpPr>
        <p:spPr>
          <a:xfrm>
            <a:off x="839788" y="2505075"/>
            <a:ext cx="5157787" cy="3684588"/>
          </a:xfrm>
        </p:spPr>
        <p:txBody>
          <a:bodyPr/>
          <a:p>
            <a:pPr lvl="0"/>
            <a:r>
              <a:rPr lang="zh-CN"/>
              <a:t>单击此处编辑母版文本样式</a:t>
            </a:r>
            <a:endParaRPr/>
          </a:p>
          <a:p>
            <a:pPr lvl="1"/>
            <a:r>
              <a:rPr lang="zh-CN"/>
              <a:t>二级</a:t>
            </a:r>
            <a:endParaRPr/>
          </a:p>
          <a:p>
            <a:pPr lvl="2"/>
            <a:r>
              <a:rPr lang="zh-CN"/>
              <a:t>三级</a:t>
            </a:r>
            <a:endParaRPr/>
          </a:p>
          <a:p>
            <a:pPr lvl="3"/>
            <a:r>
              <a:rPr lang="zh-CN"/>
              <a:t>四级</a:t>
            </a:r>
            <a:endParaRPr/>
          </a:p>
          <a:p>
            <a:pPr lvl="4"/>
            <a:r>
              <a:rPr lang="zh-CN"/>
              <a:t>五级</a:t>
            </a:r>
            <a:endParaRPr/>
          </a:p>
        </p:txBody>
      </p:sp>
      <p:sp>
        <p:nvSpPr>
          <p:cNvPr id="36" name="文本占位符 4"/>
          <p:cNvSpPr>
            <a:spLocks noGrp="true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lvl="0" indent="0">
              <a:buNone/>
              <a:defRPr sz="2400" b="true"/>
            </a:lvl1pPr>
            <a:lvl2pPr marL="457200" lvl="1" indent="0">
              <a:buNone/>
              <a:defRPr sz="2000" b="true"/>
            </a:lvl2pPr>
            <a:lvl3pPr marL="914400" lvl="2" indent="0">
              <a:buNone/>
              <a:defRPr sz="1800" b="true"/>
            </a:lvl3pPr>
            <a:lvl4pPr marL="1371600" lvl="3" indent="0">
              <a:buNone/>
              <a:defRPr sz="1600" b="true"/>
            </a:lvl4pPr>
            <a:lvl5pPr marL="1828800" lvl="4" indent="0">
              <a:buNone/>
              <a:defRPr sz="1600" b="true"/>
            </a:lvl5pPr>
            <a:lvl6pPr marL="2286000" lvl="5" indent="0">
              <a:buNone/>
              <a:defRPr sz="1600" b="true"/>
            </a:lvl6pPr>
            <a:lvl7pPr marL="2743200" lvl="6" indent="0">
              <a:buNone/>
              <a:defRPr sz="1600" b="true"/>
            </a:lvl7pPr>
            <a:lvl8pPr marL="3200400" lvl="7" indent="0">
              <a:buNone/>
              <a:defRPr sz="1600" b="true"/>
            </a:lvl8pPr>
            <a:lvl9pPr marL="3657600" lvl="8" indent="0">
              <a:buNone/>
              <a:defRPr sz="1600" b="true"/>
            </a:lvl9pPr>
          </a:lstStyle>
          <a:p>
            <a:pPr lvl="0"/>
            <a:r>
              <a:rPr lang="zh-CN"/>
              <a:t>单击此处编辑母版文本样式</a:t>
            </a:r>
            <a:endParaRPr/>
          </a:p>
        </p:txBody>
      </p:sp>
      <p:sp>
        <p:nvSpPr>
          <p:cNvPr id="37" name="内容占位符 5"/>
          <p:cNvSpPr>
            <a:spLocks noGrp="true"/>
          </p:cNvSpPr>
          <p:nvPr>
            <p:ph idx="4"/>
          </p:nvPr>
        </p:nvSpPr>
        <p:spPr>
          <a:xfrm>
            <a:off x="6172200" y="2505075"/>
            <a:ext cx="5183188" cy="3684588"/>
          </a:xfrm>
        </p:spPr>
        <p:txBody>
          <a:bodyPr/>
          <a:p>
            <a:pPr lvl="0"/>
            <a:r>
              <a:rPr lang="zh-CN"/>
              <a:t>单击此处编辑母版文本样式</a:t>
            </a:r>
            <a:endParaRPr/>
          </a:p>
          <a:p>
            <a:pPr lvl="1"/>
            <a:r>
              <a:rPr lang="zh-CN"/>
              <a:t>二级</a:t>
            </a:r>
            <a:endParaRPr/>
          </a:p>
          <a:p>
            <a:pPr lvl="2"/>
            <a:r>
              <a:rPr lang="zh-CN"/>
              <a:t>三级</a:t>
            </a:r>
            <a:endParaRPr/>
          </a:p>
          <a:p>
            <a:pPr lvl="3"/>
            <a:r>
              <a:rPr lang="zh-CN"/>
              <a:t>四级</a:t>
            </a:r>
            <a:endParaRPr/>
          </a:p>
          <a:p>
            <a:pPr lvl="4"/>
            <a:r>
              <a:rPr lang="zh-CN"/>
              <a:t>五级</a:t>
            </a:r>
            <a:endParaRPr/>
          </a:p>
        </p:txBody>
      </p:sp>
      <p:sp>
        <p:nvSpPr>
          <p:cNvPr id="38" name="日期占位符 6"/>
          <p:cNvSpPr>
            <a:spLocks noGrp="true"/>
          </p:cNvSpPr>
          <p:nvPr>
            <p:ph type="dt" idx="10"/>
          </p:nvPr>
        </p:nvSpPr>
        <p:spPr/>
        <p:txBody>
          <a:bodyPr/>
          <a:p>
            <a:pPr/>
            <a:fld id="{E19FF268-CF0C-4595-A6A8-A0B1FC2FEB42}" type="datetime1">
              <a:rPr lang="zh-CN"/>
              <a:t>2022/12/22</a:t>
            </a:fld>
            <a:endParaRPr lang="zh-CN"/>
          </a:p>
        </p:txBody>
      </p:sp>
      <p:sp>
        <p:nvSpPr>
          <p:cNvPr id="39" name="页脚占位符 7"/>
          <p:cNvSpPr>
            <a:spLocks noGrp="true"/>
          </p:cNvSpPr>
          <p:nvPr>
            <p:ph type="ftr" idx="11"/>
          </p:nvPr>
        </p:nvSpPr>
        <p:spPr/>
        <p:txBody>
          <a:bodyPr/>
          <a:p>
            <a:pPr/>
            <a:endParaRPr lang="zh-CN"/>
          </a:p>
        </p:txBody>
      </p:sp>
      <p:sp>
        <p:nvSpPr>
          <p:cNvPr id="40" name="灯片编号占位符 8"/>
          <p:cNvSpPr>
            <a:spLocks noGrp="true"/>
          </p:cNvSpPr>
          <p:nvPr>
            <p:ph type="sldNum" idx="12"/>
          </p:nvPr>
        </p:nvSpPr>
        <p:spPr/>
        <p:txBody>
          <a:bodyPr/>
          <a:p>
            <a:pPr/>
            <a:fld id="{63A90A56-B7DA-460C-8F46-95BFAF0AF95F}" type="slidenum">
              <a:rPr 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p="http://schemas.openxmlformats.org/presentationml/2006/main">
  <p:cSld name="仅标题">
    <p:spTree>
      <p:nvGrpSpPr>
        <p:cNvPr id="4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标题 1"/>
          <p:cNvSpPr>
            <a:spLocks noGrp="true"/>
          </p:cNvSpPr>
          <p:nvPr>
            <p:ph type="title"/>
          </p:nvPr>
        </p:nvSpPr>
        <p:spPr/>
        <p:txBody>
          <a:bodyPr/>
          <a:p>
            <a:pPr/>
            <a:r>
              <a:rPr lang="zh-CN"/>
              <a:t>单击此处编辑母版标题样式</a:t>
            </a:r>
            <a:endParaRPr/>
          </a:p>
        </p:txBody>
      </p:sp>
      <p:sp>
        <p:nvSpPr>
          <p:cNvPr id="43" name="日期占位符 2"/>
          <p:cNvSpPr>
            <a:spLocks noGrp="true"/>
          </p:cNvSpPr>
          <p:nvPr>
            <p:ph type="dt" idx="10"/>
          </p:nvPr>
        </p:nvSpPr>
        <p:spPr/>
        <p:txBody>
          <a:bodyPr/>
          <a:p>
            <a:pPr/>
            <a:fld id="{E05E0E50-3259-4429-AAEB-7BA10F2285FC}" type="datetime1">
              <a:rPr lang="zh-CN"/>
              <a:t>2022/12/22</a:t>
            </a:fld>
            <a:endParaRPr lang="zh-CN"/>
          </a:p>
        </p:txBody>
      </p:sp>
      <p:sp>
        <p:nvSpPr>
          <p:cNvPr id="44" name="页脚占位符 3"/>
          <p:cNvSpPr>
            <a:spLocks noGrp="true"/>
          </p:cNvSpPr>
          <p:nvPr>
            <p:ph type="ftr" idx="11"/>
          </p:nvPr>
        </p:nvSpPr>
        <p:spPr/>
        <p:txBody>
          <a:bodyPr/>
          <a:p>
            <a:pPr/>
            <a:endParaRPr lang="zh-CN"/>
          </a:p>
        </p:txBody>
      </p:sp>
      <p:sp>
        <p:nvSpPr>
          <p:cNvPr id="45" name="灯片编号占位符 4"/>
          <p:cNvSpPr>
            <a:spLocks noGrp="true"/>
          </p:cNvSpPr>
          <p:nvPr>
            <p:ph type="sldNum" idx="12"/>
          </p:nvPr>
        </p:nvSpPr>
        <p:spPr/>
        <p:txBody>
          <a:bodyPr/>
          <a:p>
            <a:pPr/>
            <a:fld id="{C2178EC5-58A4-4F44-B83C-34BE3E218ABE}" type="slidenum">
              <a:rPr 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p="http://schemas.openxmlformats.org/presentationml/2006/main">
  <p:cSld name="空白">
    <p:spTree>
      <p:nvGrpSpPr>
        <p:cNvPr id="4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日期占位符 1"/>
          <p:cNvSpPr>
            <a:spLocks noGrp="true"/>
          </p:cNvSpPr>
          <p:nvPr>
            <p:ph type="dt" idx="10"/>
          </p:nvPr>
        </p:nvSpPr>
        <p:spPr/>
        <p:txBody>
          <a:bodyPr/>
          <a:p>
            <a:pPr/>
            <a:fld id="{03EF5456-EA9D-47AD-816E-BBFCE6D3FB5C}" type="datetime1">
              <a:rPr lang="zh-CN"/>
              <a:t>2022/12/22</a:t>
            </a:fld>
            <a:endParaRPr lang="zh-CN"/>
          </a:p>
        </p:txBody>
      </p:sp>
      <p:sp>
        <p:nvSpPr>
          <p:cNvPr id="48" name="页脚占位符 2"/>
          <p:cNvSpPr>
            <a:spLocks noGrp="true"/>
          </p:cNvSpPr>
          <p:nvPr>
            <p:ph type="ftr" idx="11"/>
          </p:nvPr>
        </p:nvSpPr>
        <p:spPr/>
        <p:txBody>
          <a:bodyPr/>
          <a:p>
            <a:pPr/>
            <a:endParaRPr lang="zh-CN"/>
          </a:p>
        </p:txBody>
      </p:sp>
      <p:sp>
        <p:nvSpPr>
          <p:cNvPr id="49" name="灯片编号占位符 3"/>
          <p:cNvSpPr>
            <a:spLocks noGrp="true"/>
          </p:cNvSpPr>
          <p:nvPr>
            <p:ph type="sldNum" idx="12"/>
          </p:nvPr>
        </p:nvSpPr>
        <p:spPr/>
        <p:txBody>
          <a:bodyPr/>
          <a:p>
            <a:pPr/>
            <a:fld id="{E3199BA4-F8C4-48F6-BF3D-6D4BD834E815}" type="slidenum">
              <a:rPr 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p="http://schemas.openxmlformats.org/presentationml/2006/main">
  <p:cSld name="内容与标题">
    <p:spTree>
      <p:nvGrpSpPr>
        <p:cNvPr id="5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标题 1"/>
          <p:cNvSpPr>
            <a:spLocks noGrp="true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 lvl="0">
              <a:defRPr sz="3200"/>
            </a:lvl1pPr>
          </a:lstStyle>
          <a:p>
            <a:pPr/>
            <a:r>
              <a:rPr lang="zh-CN"/>
              <a:t>单击此处编辑母版标题样式</a:t>
            </a:r>
            <a:endParaRPr/>
          </a:p>
        </p:txBody>
      </p:sp>
      <p:sp>
        <p:nvSpPr>
          <p:cNvPr id="52" name="内容占位符 2"/>
          <p:cNvSpPr>
            <a:spLocks noGrp="true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lvl="0">
              <a:defRPr sz="3200"/>
            </a:lvl1pPr>
            <a:lvl2pPr lvl="1">
              <a:defRPr sz="2800"/>
            </a:lvl2pPr>
            <a:lvl3pPr lvl="2">
              <a:defRPr sz="2400"/>
            </a:lvl3pPr>
            <a:lvl4pPr lvl="3">
              <a:defRPr sz="2000"/>
            </a:lvl4pPr>
            <a:lvl5pPr lvl="4">
              <a:defRPr sz="2000"/>
            </a:lvl5pPr>
            <a:lvl6pPr lvl="5">
              <a:defRPr sz="2000"/>
            </a:lvl6pPr>
            <a:lvl7pPr lvl="6">
              <a:defRPr sz="2000"/>
            </a:lvl7pPr>
            <a:lvl8pPr lvl="7">
              <a:defRPr sz="2000"/>
            </a:lvl8pPr>
            <a:lvl9pPr lvl="8">
              <a:defRPr sz="2000"/>
            </a:lvl9pPr>
          </a:lstStyle>
          <a:p>
            <a:pPr lvl="0"/>
            <a:r>
              <a:rPr lang="zh-CN"/>
              <a:t>单击此处编辑母版文本样式</a:t>
            </a:r>
            <a:endParaRPr/>
          </a:p>
          <a:p>
            <a:pPr lvl="1"/>
            <a:r>
              <a:rPr lang="zh-CN"/>
              <a:t>二级</a:t>
            </a:r>
            <a:endParaRPr/>
          </a:p>
          <a:p>
            <a:pPr lvl="2"/>
            <a:r>
              <a:rPr lang="zh-CN"/>
              <a:t>三级</a:t>
            </a:r>
            <a:endParaRPr/>
          </a:p>
          <a:p>
            <a:pPr lvl="3"/>
            <a:r>
              <a:rPr lang="zh-CN"/>
              <a:t>四级</a:t>
            </a:r>
            <a:endParaRPr/>
          </a:p>
          <a:p>
            <a:pPr lvl="4"/>
            <a:r>
              <a:rPr lang="zh-CN"/>
              <a:t>五级</a:t>
            </a:r>
            <a:endParaRPr/>
          </a:p>
        </p:txBody>
      </p:sp>
      <p:sp>
        <p:nvSpPr>
          <p:cNvPr id="53" name="文本占位符 3"/>
          <p:cNvSpPr>
            <a:spLocks noGrp="true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lvl="0" indent="0">
              <a:buNone/>
              <a:defRPr sz="1600"/>
            </a:lvl1pPr>
            <a:lvl2pPr marL="457200" lvl="1" indent="0">
              <a:buNone/>
              <a:defRPr sz="1400"/>
            </a:lvl2pPr>
            <a:lvl3pPr marL="914400" lvl="2" indent="0">
              <a:buNone/>
              <a:defRPr sz="1200"/>
            </a:lvl3pPr>
            <a:lvl4pPr marL="1371600" lvl="3" indent="0">
              <a:buNone/>
              <a:defRPr sz="1000"/>
            </a:lvl4pPr>
            <a:lvl5pPr marL="1828800" lvl="4" indent="0">
              <a:buNone/>
              <a:defRPr sz="1000"/>
            </a:lvl5pPr>
            <a:lvl6pPr marL="2286000" lvl="5" indent="0">
              <a:buNone/>
              <a:defRPr sz="1000"/>
            </a:lvl6pPr>
            <a:lvl7pPr marL="2743200" lvl="6" indent="0">
              <a:buNone/>
              <a:defRPr sz="1000"/>
            </a:lvl7pPr>
            <a:lvl8pPr marL="3200400" lvl="7" indent="0">
              <a:buNone/>
              <a:defRPr sz="1000"/>
            </a:lvl8pPr>
            <a:lvl9pPr marL="3657600" lvl="8" indent="0">
              <a:buNone/>
              <a:defRPr sz="1000"/>
            </a:lvl9pPr>
          </a:lstStyle>
          <a:p>
            <a:pPr lvl="0"/>
            <a:r>
              <a:rPr lang="zh-CN"/>
              <a:t>单击此处编辑母版文本样式</a:t>
            </a:r>
            <a:endParaRPr/>
          </a:p>
        </p:txBody>
      </p:sp>
      <p:sp>
        <p:nvSpPr>
          <p:cNvPr id="54" name="日期占位符 4"/>
          <p:cNvSpPr>
            <a:spLocks noGrp="true"/>
          </p:cNvSpPr>
          <p:nvPr>
            <p:ph type="dt" idx="10"/>
          </p:nvPr>
        </p:nvSpPr>
        <p:spPr/>
        <p:txBody>
          <a:bodyPr/>
          <a:p>
            <a:pPr/>
            <a:fld id="{BDD0B665-21F2-4210-A0AB-1FF516ABB0EC}" type="datetime1">
              <a:rPr lang="zh-CN"/>
              <a:t>2022/12/22</a:t>
            </a:fld>
            <a:endParaRPr lang="zh-CN"/>
          </a:p>
        </p:txBody>
      </p:sp>
      <p:sp>
        <p:nvSpPr>
          <p:cNvPr id="55" name="页脚占位符 5"/>
          <p:cNvSpPr>
            <a:spLocks noGrp="true"/>
          </p:cNvSpPr>
          <p:nvPr>
            <p:ph type="ftr" idx="11"/>
          </p:nvPr>
        </p:nvSpPr>
        <p:spPr/>
        <p:txBody>
          <a:bodyPr/>
          <a:p>
            <a:pPr/>
            <a:endParaRPr lang="zh-CN"/>
          </a:p>
        </p:txBody>
      </p:sp>
      <p:sp>
        <p:nvSpPr>
          <p:cNvPr id="56" name="灯片编号占位符 6"/>
          <p:cNvSpPr>
            <a:spLocks noGrp="true"/>
          </p:cNvSpPr>
          <p:nvPr>
            <p:ph type="sldNum" idx="12"/>
          </p:nvPr>
        </p:nvSpPr>
        <p:spPr/>
        <p:txBody>
          <a:bodyPr/>
          <a:p>
            <a:pPr/>
            <a:fld id="{D3120986-D9F8-450A-8E8A-7B53A97B66E9}" type="slidenum">
              <a:rPr 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p="http://schemas.openxmlformats.org/presentationml/2006/main">
  <p:cSld name="图片与标题">
    <p:spTree>
      <p:nvGrpSpPr>
        <p:cNvPr id="5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标题 1"/>
          <p:cNvSpPr>
            <a:spLocks noGrp="true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 lvl="0">
              <a:defRPr sz="3200"/>
            </a:lvl1pPr>
          </a:lstStyle>
          <a:p>
            <a:pPr/>
            <a:r>
              <a:rPr lang="zh-CN"/>
              <a:t>单击此处编辑母版标题样式</a:t>
            </a:r>
            <a:endParaRPr/>
          </a:p>
        </p:txBody>
      </p:sp>
      <p:sp>
        <p:nvSpPr>
          <p:cNvPr id="59" name="图片占位符 2"/>
          <p:cNvSpPr>
            <a:spLocks noGrp="true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lvl="0" indent="0">
              <a:buNone/>
              <a:defRPr sz="3200"/>
            </a:lvl1pPr>
            <a:lvl2pPr marL="457200" lvl="1" indent="0">
              <a:buNone/>
              <a:defRPr sz="2800"/>
            </a:lvl2pPr>
            <a:lvl3pPr marL="914400" lvl="2" indent="0">
              <a:buNone/>
              <a:defRPr sz="2400"/>
            </a:lvl3pPr>
            <a:lvl4pPr marL="1371600" lvl="3" indent="0">
              <a:buNone/>
              <a:defRPr sz="2000"/>
            </a:lvl4pPr>
            <a:lvl5pPr marL="1828800" lvl="4" indent="0">
              <a:buNone/>
              <a:defRPr sz="2000"/>
            </a:lvl5pPr>
            <a:lvl6pPr marL="2286000" lvl="5" indent="0">
              <a:buNone/>
              <a:defRPr sz="2000"/>
            </a:lvl6pPr>
            <a:lvl7pPr marL="2743200" lvl="6" indent="0">
              <a:buNone/>
              <a:defRPr sz="2000"/>
            </a:lvl7pPr>
            <a:lvl8pPr marL="3200400" lvl="7" indent="0">
              <a:buNone/>
              <a:defRPr sz="2000"/>
            </a:lvl8pPr>
            <a:lvl9pPr marL="3657600" lvl="8" indent="0">
              <a:buNone/>
              <a:defRPr sz="2000"/>
            </a:lvl9pPr>
          </a:lstStyle>
          <a:p>
            <a:pPr/>
            <a:endParaRPr lang="zh-CN"/>
          </a:p>
        </p:txBody>
      </p:sp>
      <p:sp>
        <p:nvSpPr>
          <p:cNvPr id="60" name="文本占位符 3"/>
          <p:cNvSpPr>
            <a:spLocks noGrp="true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lvl="0" indent="0">
              <a:buNone/>
              <a:defRPr sz="1600"/>
            </a:lvl1pPr>
            <a:lvl2pPr marL="457200" lvl="1" indent="0">
              <a:buNone/>
              <a:defRPr sz="1400"/>
            </a:lvl2pPr>
            <a:lvl3pPr marL="914400" lvl="2" indent="0">
              <a:buNone/>
              <a:defRPr sz="1200"/>
            </a:lvl3pPr>
            <a:lvl4pPr marL="1371600" lvl="3" indent="0">
              <a:buNone/>
              <a:defRPr sz="1000"/>
            </a:lvl4pPr>
            <a:lvl5pPr marL="1828800" lvl="4" indent="0">
              <a:buNone/>
              <a:defRPr sz="1000"/>
            </a:lvl5pPr>
            <a:lvl6pPr marL="2286000" lvl="5" indent="0">
              <a:buNone/>
              <a:defRPr sz="1000"/>
            </a:lvl6pPr>
            <a:lvl7pPr marL="2743200" lvl="6" indent="0">
              <a:buNone/>
              <a:defRPr sz="1000"/>
            </a:lvl7pPr>
            <a:lvl8pPr marL="3200400" lvl="7" indent="0">
              <a:buNone/>
              <a:defRPr sz="1000"/>
            </a:lvl8pPr>
            <a:lvl9pPr marL="3657600" lvl="8" indent="0">
              <a:buNone/>
              <a:defRPr sz="1000"/>
            </a:lvl9pPr>
          </a:lstStyle>
          <a:p>
            <a:pPr lvl="0"/>
            <a:r>
              <a:rPr lang="zh-CN"/>
              <a:t>单击此处编辑母版文本样式</a:t>
            </a:r>
            <a:endParaRPr/>
          </a:p>
        </p:txBody>
      </p:sp>
      <p:sp>
        <p:nvSpPr>
          <p:cNvPr id="61" name="日期占位符 4"/>
          <p:cNvSpPr>
            <a:spLocks noGrp="true"/>
          </p:cNvSpPr>
          <p:nvPr>
            <p:ph type="dt" idx="10"/>
          </p:nvPr>
        </p:nvSpPr>
        <p:spPr/>
        <p:txBody>
          <a:bodyPr/>
          <a:p>
            <a:pPr/>
            <a:fld id="{4E233BD8-DB7E-4E6E-9456-6D1E77C88269}" type="datetime1">
              <a:rPr lang="zh-CN"/>
              <a:t>2022/12/22</a:t>
            </a:fld>
            <a:endParaRPr lang="zh-CN"/>
          </a:p>
        </p:txBody>
      </p:sp>
      <p:sp>
        <p:nvSpPr>
          <p:cNvPr id="62" name="页脚占位符 5"/>
          <p:cNvSpPr>
            <a:spLocks noGrp="true"/>
          </p:cNvSpPr>
          <p:nvPr>
            <p:ph type="ftr" idx="11"/>
          </p:nvPr>
        </p:nvSpPr>
        <p:spPr/>
        <p:txBody>
          <a:bodyPr/>
          <a:p>
            <a:pPr/>
            <a:endParaRPr lang="zh-CN"/>
          </a:p>
        </p:txBody>
      </p:sp>
      <p:sp>
        <p:nvSpPr>
          <p:cNvPr id="63" name="灯片编号占位符 6"/>
          <p:cNvSpPr>
            <a:spLocks noGrp="true"/>
          </p:cNvSpPr>
          <p:nvPr>
            <p:ph type="sldNum" idx="12"/>
          </p:nvPr>
        </p:nvSpPr>
        <p:spPr/>
        <p:txBody>
          <a:bodyPr/>
          <a:p>
            <a:pPr/>
            <a:fld id="{747CCC7F-E1A2-469B-A337-764C3DF07313}" type="slidenum">
              <a:rPr 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p="http://schemas.openxmlformats.org/presentationml/2006/main">
  <p:cSld name="标题和竖排文字">
    <p:spTree>
      <p:nvGrpSpPr>
        <p:cNvPr id="6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标题 1"/>
          <p:cNvSpPr>
            <a:spLocks noGrp="true"/>
          </p:cNvSpPr>
          <p:nvPr>
            <p:ph type="title"/>
          </p:nvPr>
        </p:nvSpPr>
        <p:spPr/>
        <p:txBody>
          <a:bodyPr/>
          <a:p>
            <a:pPr/>
            <a:r>
              <a:rPr lang="zh-CN"/>
              <a:t>单击此处编辑母版标题样式</a:t>
            </a:r>
            <a:endParaRPr/>
          </a:p>
        </p:txBody>
      </p:sp>
      <p:sp>
        <p:nvSpPr>
          <p:cNvPr id="66" name="竖排文字占位符 2"/>
          <p:cNvSpPr>
            <a:spLocks noGrp="true"/>
          </p:cNvSpPr>
          <p:nvPr>
            <p:ph type="body" idx="1"/>
          </p:nvPr>
        </p:nvSpPr>
        <p:spPr/>
        <p:txBody>
          <a:bodyPr vert="eaVert"/>
          <a:p>
            <a:pPr lvl="0"/>
            <a:r>
              <a:rPr lang="zh-CN"/>
              <a:t>单击此处编辑母版文本样式</a:t>
            </a:r>
            <a:endParaRPr/>
          </a:p>
          <a:p>
            <a:pPr lvl="1"/>
            <a:r>
              <a:rPr lang="zh-CN"/>
              <a:t>二级</a:t>
            </a:r>
            <a:endParaRPr/>
          </a:p>
          <a:p>
            <a:pPr lvl="2"/>
            <a:r>
              <a:rPr lang="zh-CN"/>
              <a:t>三级</a:t>
            </a:r>
            <a:endParaRPr/>
          </a:p>
          <a:p>
            <a:pPr lvl="3"/>
            <a:r>
              <a:rPr lang="zh-CN"/>
              <a:t>四级</a:t>
            </a:r>
            <a:endParaRPr/>
          </a:p>
          <a:p>
            <a:pPr lvl="4"/>
            <a:r>
              <a:rPr lang="zh-CN"/>
              <a:t>五级</a:t>
            </a:r>
            <a:endParaRPr/>
          </a:p>
        </p:txBody>
      </p:sp>
      <p:sp>
        <p:nvSpPr>
          <p:cNvPr id="67" name="日期占位符 3"/>
          <p:cNvSpPr>
            <a:spLocks noGrp="true"/>
          </p:cNvSpPr>
          <p:nvPr>
            <p:ph type="dt" idx="10"/>
          </p:nvPr>
        </p:nvSpPr>
        <p:spPr/>
        <p:txBody>
          <a:bodyPr/>
          <a:p>
            <a:pPr/>
            <a:fld id="{9772B07E-4E44-4E95-89AF-F1EF6F4CC7EC}" type="datetime1">
              <a:rPr lang="zh-CN"/>
              <a:t>2022/12/22</a:t>
            </a:fld>
            <a:endParaRPr lang="zh-CN"/>
          </a:p>
        </p:txBody>
      </p:sp>
      <p:sp>
        <p:nvSpPr>
          <p:cNvPr id="68" name="页脚占位符 4"/>
          <p:cNvSpPr>
            <a:spLocks noGrp="true"/>
          </p:cNvSpPr>
          <p:nvPr>
            <p:ph type="ftr" idx="11"/>
          </p:nvPr>
        </p:nvSpPr>
        <p:spPr/>
        <p:txBody>
          <a:bodyPr/>
          <a:p>
            <a:pPr/>
            <a:endParaRPr lang="zh-CN"/>
          </a:p>
        </p:txBody>
      </p:sp>
      <p:sp>
        <p:nvSpPr>
          <p:cNvPr id="69" name="灯片编号占位符 5"/>
          <p:cNvSpPr>
            <a:spLocks noGrp="true"/>
          </p:cNvSpPr>
          <p:nvPr>
            <p:ph type="sldNum" idx="12"/>
          </p:nvPr>
        </p:nvSpPr>
        <p:spPr/>
        <p:txBody>
          <a:bodyPr/>
          <a:p>
            <a:pPr/>
            <a:fld id="{10D47AF7-089F-4725-8B45-DEA8A59F6C62}" type="slidenum">
              <a:rPr 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p="http://schemas.openxmlformats.org/presentationml/2006/main">
  <p:cSld name="竖排标题与文本">
    <p:spTree>
      <p:nvGrpSpPr>
        <p:cNvPr id="1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竖排标题 1"/>
          <p:cNvSpPr>
            <a:spLocks noGrp="true"/>
          </p:cNvSpPr>
          <p:nvPr>
            <p:ph type="title"/>
          </p:nvPr>
        </p:nvSpPr>
        <p:spPr>
          <a:xfrm>
            <a:off x="8724900" y="365125"/>
            <a:ext cx="2628900" cy="5811838"/>
          </a:xfrm>
        </p:spPr>
        <p:txBody>
          <a:bodyPr vert="eaVert"/>
          <a:p>
            <a:pPr/>
            <a:r>
              <a:rPr lang="zh-CN"/>
              <a:t>单击此处编辑母版标题样式</a:t>
            </a:r>
            <a:endParaRPr/>
          </a:p>
        </p:txBody>
      </p:sp>
      <p:sp>
        <p:nvSpPr>
          <p:cNvPr id="15" name="竖排文字占位符 2"/>
          <p:cNvSpPr>
            <a:spLocks noGrp="true"/>
          </p:cNvSpPr>
          <p:nvPr>
            <p:ph type="body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p>
            <a:pPr lvl="0"/>
            <a:r>
              <a:rPr lang="zh-CN"/>
              <a:t>单击此处编辑母版文本样式</a:t>
            </a:r>
            <a:endParaRPr/>
          </a:p>
          <a:p>
            <a:pPr lvl="1"/>
            <a:r>
              <a:rPr lang="zh-CN"/>
              <a:t>二级</a:t>
            </a:r>
            <a:endParaRPr/>
          </a:p>
          <a:p>
            <a:pPr lvl="2"/>
            <a:r>
              <a:rPr lang="zh-CN"/>
              <a:t>三级</a:t>
            </a:r>
            <a:endParaRPr/>
          </a:p>
          <a:p>
            <a:pPr lvl="3"/>
            <a:r>
              <a:rPr lang="zh-CN"/>
              <a:t>四级</a:t>
            </a:r>
            <a:endParaRPr/>
          </a:p>
          <a:p>
            <a:pPr lvl="4"/>
            <a:r>
              <a:rPr lang="zh-CN"/>
              <a:t>五级</a:t>
            </a:r>
            <a:endParaRPr/>
          </a:p>
        </p:txBody>
      </p:sp>
      <p:sp>
        <p:nvSpPr>
          <p:cNvPr id="16" name="日期占位符 3"/>
          <p:cNvSpPr>
            <a:spLocks noGrp="true"/>
          </p:cNvSpPr>
          <p:nvPr>
            <p:ph type="dt" idx="10"/>
          </p:nvPr>
        </p:nvSpPr>
        <p:spPr/>
        <p:txBody>
          <a:bodyPr/>
          <a:p>
            <a:pPr/>
            <a:fld id="{17AA1729-FFEC-4670-BE57-9BB1B6CF1583}" type="datetime1">
              <a:rPr lang="zh-CN"/>
              <a:t>2022/12/22</a:t>
            </a:fld>
            <a:endParaRPr lang="zh-CN"/>
          </a:p>
        </p:txBody>
      </p:sp>
      <p:sp>
        <p:nvSpPr>
          <p:cNvPr id="17" name="页脚占位符 4"/>
          <p:cNvSpPr>
            <a:spLocks noGrp="true"/>
          </p:cNvSpPr>
          <p:nvPr>
            <p:ph type="ftr" idx="11"/>
          </p:nvPr>
        </p:nvSpPr>
        <p:spPr/>
        <p:txBody>
          <a:bodyPr/>
          <a:p>
            <a:pPr/>
            <a:endParaRPr lang="zh-CN"/>
          </a:p>
        </p:txBody>
      </p:sp>
      <p:sp>
        <p:nvSpPr>
          <p:cNvPr id="18" name="灯片编号占位符 5"/>
          <p:cNvSpPr>
            <a:spLocks noGrp="true"/>
          </p:cNvSpPr>
          <p:nvPr>
            <p:ph type="sldNum" idx="12"/>
          </p:nvPr>
        </p:nvSpPr>
        <p:spPr/>
        <p:txBody>
          <a:bodyPr/>
          <a:p>
            <a:pPr/>
            <a:fld id="{A7AACFD0-6D64-47CD-A483-D6FD45307366}" type="slidenum">
              <a:rPr 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9" Type="http://schemas.openxmlformats.org/officeDocument/2006/relationships/slideLayout" Target="../slideLayouts/slideLayout10.xml" /><Relationship Id="rId7" Type="http://schemas.openxmlformats.org/officeDocument/2006/relationships/slideLayout" Target="../slideLayouts/slideLayout8.xml" /><Relationship Id="rId6" Type="http://schemas.openxmlformats.org/officeDocument/2006/relationships/slideLayout" Target="../slideLayouts/slideLayout7.xml" /><Relationship Id="rId4" Type="http://schemas.openxmlformats.org/officeDocument/2006/relationships/slideLayout" Target="../slideLayouts/slideLayout5.xml" /><Relationship Id="rId1" Type="http://schemas.openxmlformats.org/officeDocument/2006/relationships/slideLayout" Target="../slideLayouts/slideLayout2.xml" /><Relationship Id="rId10" Type="http://schemas.openxmlformats.org/officeDocument/2006/relationships/slideLayout" Target="../slideLayouts/slideLayout11.xml" /><Relationship Id="rId0" Type="http://schemas.openxmlformats.org/officeDocument/2006/relationships/slideLayout" Target="../slideLayouts/slideLayout1.xml" /><Relationship Id="rId11" Type="http://schemas.openxmlformats.org/officeDocument/2006/relationships/theme" Target="../theme/theme1.xml" /><Relationship Id="rId2" Type="http://schemas.openxmlformats.org/officeDocument/2006/relationships/slideLayout" Target="../slideLayouts/slideLayout3.xml" /><Relationship Id="rId8" Type="http://schemas.openxmlformats.org/officeDocument/2006/relationships/slideLayout" Target="../slideLayouts/slideLayout9.xml" /><Relationship Id="rId5" Type="http://schemas.openxmlformats.org/officeDocument/2006/relationships/slideLayout" Target="../slideLayouts/slideLayout6.xml" /><Relationship Id="rId3" Type="http://schemas.openxmlformats.org/officeDocument/2006/relationships/slideLayout" Target="../slideLayouts/slideLayout4.xml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true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/>
        </p:spPr>
        <p:txBody>
          <a:bodyPr vert="horz" lIns="91440" tIns="45720" rIns="91440" bIns="45720" anchor="ctr">
            <a:normAutofit/>
          </a:bodyPr>
          <a:p>
            <a:pPr/>
            <a:r>
              <a:rPr lang="zh-CN"/>
              <a:t>单击此处编辑母版标题样式</a:t>
            </a:r>
            <a:endParaRPr/>
          </a:p>
        </p:txBody>
      </p:sp>
      <p:sp>
        <p:nvSpPr>
          <p:cNvPr id="3" name="文本占位符 2"/>
          <p:cNvSpPr>
            <a:spLocks noGrp="true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/>
        </p:spPr>
        <p:txBody>
          <a:bodyPr vert="horz" lIns="91440" tIns="45720" rIns="91440" bIns="45720">
            <a:normAutofit/>
          </a:bodyPr>
          <a:p>
            <a:pPr lvl="0"/>
            <a:r>
              <a:rPr lang="zh-CN"/>
              <a:t>单击此处编辑母版文本样式</a:t>
            </a:r>
            <a:endParaRPr/>
          </a:p>
          <a:p>
            <a:pPr lvl="1"/>
            <a:r>
              <a:rPr lang="zh-CN"/>
              <a:t>二级</a:t>
            </a:r>
            <a:endParaRPr/>
          </a:p>
          <a:p>
            <a:pPr lvl="2"/>
            <a:r>
              <a:rPr lang="zh-CN"/>
              <a:t>三级</a:t>
            </a:r>
            <a:endParaRPr/>
          </a:p>
          <a:p>
            <a:pPr lvl="3"/>
            <a:r>
              <a:rPr lang="zh-CN"/>
              <a:t>四级</a:t>
            </a:r>
            <a:endParaRPr/>
          </a:p>
          <a:p>
            <a:pPr lvl="4"/>
            <a:r>
              <a:rPr lang="zh-CN"/>
              <a:t>五级</a:t>
            </a:r>
            <a:endParaRPr/>
          </a:p>
        </p:txBody>
      </p:sp>
      <p:sp>
        <p:nvSpPr>
          <p:cNvPr id="4" name="日期占位符 3"/>
          <p:cNvSpPr>
            <a:spLocks noGrp="true"/>
          </p:cNvSpPr>
          <p:nvPr>
            <p:ph type="dt" idx="2"/>
          </p:nvPr>
        </p:nvSpPr>
        <p:spPr>
          <a:xfrm>
            <a:off x="838200" y="6356350"/>
            <a:ext cx="2743200" cy="365125"/>
          </a:xfrm>
          <a:prstGeom prst="rect"/>
        </p:spPr>
        <p:txBody>
          <a:bodyPr vert="horz" lIns="91440" tIns="45720" rIns="91440" bIns="45720" anchor="ctr"/>
          <a:lstStyle>
            <a:lvl1pPr lvl="0"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/>
            <a:fld id="{C14ADBE2-30DF-480B-A5CC-C216012A8DE2}" type="datetime1">
              <a:rPr lang="zh-CN"/>
              <a:t>2022/12/22</a:t>
            </a:fld>
            <a:endParaRPr lang="zh-CN"/>
          </a:p>
        </p:txBody>
      </p:sp>
      <p:sp>
        <p:nvSpPr>
          <p:cNvPr id="5" name="页脚占位符 4"/>
          <p:cNvSpPr>
            <a:spLocks noGrp="true"/>
          </p:cNvSpPr>
          <p:nvPr>
            <p:ph type="ftr" idx="3"/>
          </p:nvPr>
        </p:nvSpPr>
        <p:spPr>
          <a:xfrm>
            <a:off x="4038600" y="6356350"/>
            <a:ext cx="4114800" cy="365125"/>
          </a:xfrm>
          <a:prstGeom prst="rect"/>
        </p:spPr>
        <p:txBody>
          <a:bodyPr vert="horz" lIns="91440" tIns="45720" rIns="91440" bIns="45720" anchor="ctr"/>
          <a:lstStyle>
            <a:lvl1pPr lvl="0"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/>
            <a:endParaRPr lang="zh-CN"/>
          </a:p>
        </p:txBody>
      </p:sp>
      <p:sp>
        <p:nvSpPr>
          <p:cNvPr id="6" name="灯片编号占位符 5"/>
          <p:cNvSpPr>
            <a:spLocks noGrp="true"/>
          </p:cNvSpPr>
          <p:nvPr>
            <p:ph type="sldNum" idx="4"/>
          </p:nvPr>
        </p:nvSpPr>
        <p:spPr>
          <a:xfrm>
            <a:off x="8610600" y="6356350"/>
            <a:ext cx="2743200" cy="365125"/>
          </a:xfrm>
          <a:prstGeom prst="rect"/>
        </p:spPr>
        <p:txBody>
          <a:bodyPr vert="horz" lIns="91440" tIns="45720" rIns="91440" bIns="45720" anchor="ctr"/>
          <a:lstStyle>
            <a:lvl1pPr lvl="0"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/>
            <a:fld id="{DD09DED9-3562-4003-9ED4-F9F7C2DA97F0}" type="slidenum">
              <a:rPr lang="zh-CN"/>
              <a:t>‹#›</a:t>
            </a:fld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0"/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txStyles>
    <p:titleStyle>
      <a:lvl1pPr lvl="0" algn="l" defTabSz="914400">
        <a:lnSpc>
          <a:spcPct val="130000"/>
        </a:lnSpc>
        <a:spcBef>
          <a:spcPct val="1"/>
        </a:spcBef>
        <a:buNone/>
        <a:defRPr sz="4400" kern="1200">
          <a:solidFill>
            <a:schemeClr val="tx1"/>
          </a:solidFill>
          <a:latin typeface="Arial"/>
          <a:ea typeface="Microsoft YaHei"/>
        </a:defRPr>
      </a:lvl1pPr>
    </p:titleStyle>
    <p:bodyStyle>
      <a:lvl1pPr marL="228600" lvl="0" indent="-228600" algn="l" defTabSz="914400">
        <a:lnSpc>
          <a:spcPct val="130000"/>
        </a:lnSpc>
        <a:spcBef>
          <a:spcPts val="1000"/>
        </a:spcBef>
        <a:buFont typeface="Arial" charset="0"/>
        <a:buChar char="•"/>
        <a:defRPr sz="2800" kern="1200">
          <a:solidFill>
            <a:schemeClr val="tx1"/>
          </a:solidFill>
          <a:latin typeface="Arial"/>
          <a:ea typeface="Microsoft YaHei"/>
        </a:defRPr>
      </a:lvl1pPr>
      <a:lvl2pPr marL="685800" lvl="1" indent="-228600" algn="l" defTabSz="914400">
        <a:lnSpc>
          <a:spcPct val="130000"/>
        </a:lnSpc>
        <a:spcBef>
          <a:spcPts val="500"/>
        </a:spcBef>
        <a:buFont typeface="Arial" charset="0"/>
        <a:buChar char="•"/>
        <a:defRPr sz="2400" kern="1200">
          <a:solidFill>
            <a:schemeClr val="tx1"/>
          </a:solidFill>
          <a:latin typeface="Arial"/>
          <a:ea typeface="Microsoft YaHei"/>
        </a:defRPr>
      </a:lvl2pPr>
      <a:lvl3pPr marL="1143000" lvl="2" indent="-228600" algn="l" defTabSz="914400">
        <a:lnSpc>
          <a:spcPct val="130000"/>
        </a:lnSpc>
        <a:spcBef>
          <a:spcPts val="500"/>
        </a:spcBef>
        <a:buFont typeface="Arial" charset="0"/>
        <a:buChar char="•"/>
        <a:defRPr sz="2000" kern="1200">
          <a:solidFill>
            <a:schemeClr val="tx1"/>
          </a:solidFill>
          <a:latin typeface="Arial"/>
          <a:ea typeface="Microsoft YaHei"/>
        </a:defRPr>
      </a:lvl3pPr>
      <a:lvl4pPr marL="1600200" lvl="3" indent="-228600" algn="l" defTabSz="914400">
        <a:lnSpc>
          <a:spcPct val="130000"/>
        </a:lnSpc>
        <a:spcBef>
          <a:spcPts val="500"/>
        </a:spcBef>
        <a:buFont typeface="Arial" charset="0"/>
        <a:buChar char="•"/>
        <a:defRPr sz="1800" kern="1200">
          <a:solidFill>
            <a:schemeClr val="tx1"/>
          </a:solidFill>
          <a:latin typeface="Arial"/>
          <a:ea typeface="Microsoft YaHei"/>
        </a:defRPr>
      </a:lvl4pPr>
      <a:lvl5pPr marL="2057400" lvl="4" indent="-228600" algn="l" defTabSz="914400">
        <a:lnSpc>
          <a:spcPct val="130000"/>
        </a:lnSpc>
        <a:spcBef>
          <a:spcPts val="500"/>
        </a:spcBef>
        <a:buFont typeface="Arial" charset="0"/>
        <a:buChar char="•"/>
        <a:defRPr sz="1800" kern="1200">
          <a:solidFill>
            <a:schemeClr val="tx1"/>
          </a:solidFill>
          <a:latin typeface="Arial"/>
          <a:ea typeface="Microsoft YaHei"/>
        </a:defRPr>
      </a:lvl5pPr>
      <a:lvl6pPr marL="2514600" lvl="5" indent="-228600" algn="l" defTabSz="914400">
        <a:lnSpc>
          <a:spcPct val="130000"/>
        </a:lnSpc>
        <a:spcBef>
          <a:spcPts val="500"/>
        </a:spcBef>
        <a:buFont typeface="Arial" charset="0"/>
        <a:buChar char="•"/>
        <a:defRPr sz="1800" kern="1200">
          <a:solidFill>
            <a:schemeClr val="tx1"/>
          </a:solidFill>
          <a:latin typeface="Arial"/>
          <a:ea typeface="Microsoft YaHei"/>
        </a:defRPr>
      </a:lvl6pPr>
      <a:lvl7pPr marL="2971800" lvl="6" indent="-228600" algn="l" defTabSz="914400">
        <a:lnSpc>
          <a:spcPct val="130000"/>
        </a:lnSpc>
        <a:spcBef>
          <a:spcPts val="500"/>
        </a:spcBef>
        <a:buFont typeface="Arial" charset="0"/>
        <a:buChar char="•"/>
        <a:defRPr sz="1800" kern="1200">
          <a:solidFill>
            <a:schemeClr val="tx1"/>
          </a:solidFill>
          <a:latin typeface="Arial"/>
          <a:ea typeface="Microsoft YaHei"/>
        </a:defRPr>
      </a:lvl7pPr>
      <a:lvl8pPr marL="3429000" lvl="7" indent="-228600" algn="l" defTabSz="914400">
        <a:lnSpc>
          <a:spcPct val="130000"/>
        </a:lnSpc>
        <a:spcBef>
          <a:spcPts val="500"/>
        </a:spcBef>
        <a:buFont typeface="Arial" charset="0"/>
        <a:buChar char="•"/>
        <a:defRPr sz="1800" kern="1200">
          <a:solidFill>
            <a:schemeClr val="tx1"/>
          </a:solidFill>
          <a:latin typeface="Arial"/>
          <a:ea typeface="Microsoft YaHei"/>
        </a:defRPr>
      </a:lvl8pPr>
      <a:lvl9pPr marL="3886200" lvl="8" indent="-228600" algn="l" defTabSz="914400">
        <a:lnSpc>
          <a:spcPct val="130000"/>
        </a:lnSpc>
        <a:spcBef>
          <a:spcPts val="500"/>
        </a:spcBef>
        <a:buFont typeface="Arial" charset="0"/>
        <a:buChar char="•"/>
        <a:defRPr sz="1800" kern="1200">
          <a:solidFill>
            <a:schemeClr val="tx1"/>
          </a:solidFill>
          <a:latin typeface="Arial"/>
          <a:ea typeface="Microsoft YaHei"/>
        </a:defRPr>
      </a:lvl9pPr>
    </p:bodyStyle>
    <p:otherStyle>
      <a:lvl1pPr marL="0" lvl="0" algn="l" defTabSz="914400">
        <a:lnSpc>
          <a:spcPct val="130000"/>
        </a:lnSpc>
        <a:defRPr sz="1800" kern="1200">
          <a:solidFill>
            <a:schemeClr val="tx1"/>
          </a:solidFill>
          <a:latin typeface="Arial"/>
          <a:ea typeface="Microsoft YaHei"/>
        </a:defRPr>
      </a:lvl1pPr>
      <a:lvl2pPr marL="457200" lvl="1" algn="l" defTabSz="914400">
        <a:lnSpc>
          <a:spcPct val="130000"/>
        </a:lnSpc>
        <a:defRPr sz="1800" kern="1200">
          <a:solidFill>
            <a:schemeClr val="tx1"/>
          </a:solidFill>
          <a:latin typeface="Arial"/>
          <a:ea typeface="Microsoft YaHei"/>
        </a:defRPr>
      </a:lvl2pPr>
      <a:lvl3pPr marL="914400" lvl="2" algn="l" defTabSz="914400">
        <a:lnSpc>
          <a:spcPct val="130000"/>
        </a:lnSpc>
        <a:defRPr sz="1800" kern="1200">
          <a:solidFill>
            <a:schemeClr val="tx1"/>
          </a:solidFill>
          <a:latin typeface="Arial"/>
          <a:ea typeface="Microsoft YaHei"/>
        </a:defRPr>
      </a:lvl3pPr>
      <a:lvl4pPr marL="1371600" lvl="3" algn="l" defTabSz="914400">
        <a:lnSpc>
          <a:spcPct val="130000"/>
        </a:lnSpc>
        <a:defRPr sz="1800" kern="1200">
          <a:solidFill>
            <a:schemeClr val="tx1"/>
          </a:solidFill>
          <a:latin typeface="Arial"/>
          <a:ea typeface="Microsoft YaHei"/>
        </a:defRPr>
      </a:lvl4pPr>
      <a:lvl5pPr marL="1828800" lvl="4" algn="l" defTabSz="914400">
        <a:lnSpc>
          <a:spcPct val="130000"/>
        </a:lnSpc>
        <a:defRPr sz="1800" kern="1200">
          <a:solidFill>
            <a:schemeClr val="tx1"/>
          </a:solidFill>
          <a:latin typeface="Arial"/>
          <a:ea typeface="Microsoft YaHei"/>
        </a:defRPr>
      </a:lvl5pPr>
      <a:lvl6pPr marL="2286000" lvl="5" algn="l" defTabSz="914400">
        <a:lnSpc>
          <a:spcPct val="130000"/>
        </a:lnSpc>
        <a:defRPr sz="1800" kern="1200">
          <a:solidFill>
            <a:schemeClr val="tx1"/>
          </a:solidFill>
          <a:latin typeface="Arial"/>
          <a:ea typeface="Microsoft YaHei"/>
        </a:defRPr>
      </a:lvl6pPr>
      <a:lvl7pPr marL="2743200" lvl="6" algn="l" defTabSz="914400">
        <a:lnSpc>
          <a:spcPct val="130000"/>
        </a:lnSpc>
        <a:defRPr sz="1800" kern="1200">
          <a:solidFill>
            <a:schemeClr val="tx1"/>
          </a:solidFill>
          <a:latin typeface="Arial"/>
          <a:ea typeface="Microsoft YaHei"/>
        </a:defRPr>
      </a:lvl7pPr>
      <a:lvl8pPr marL="3200400" lvl="7" algn="l" defTabSz="914400">
        <a:lnSpc>
          <a:spcPct val="130000"/>
        </a:lnSpc>
        <a:defRPr sz="1800" kern="1200">
          <a:solidFill>
            <a:schemeClr val="tx1"/>
          </a:solidFill>
          <a:latin typeface="Arial"/>
          <a:ea typeface="Microsoft YaHei"/>
        </a:defRPr>
      </a:lvl8pPr>
      <a:lvl9pPr marL="3657600" lvl="8" algn="l" defTabSz="914400">
        <a:lnSpc>
          <a:spcPct val="130000"/>
        </a:lnSpc>
        <a:defRPr sz="1800" kern="1200">
          <a:solidFill>
            <a:schemeClr val="tx1"/>
          </a:solidFill>
          <a:latin typeface="Arial"/>
          <a:ea typeface="Microsoft YaHei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2.xml" 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image" Target="media/image1.png" /><Relationship Id="rId0" Type="http://schemas.openxmlformats.org/officeDocument/2006/relationships/slideLayout" Target="../slideLayouts/slideLayout2.xml" /></Relationships>
</file>

<file path=ppt/slides/_rels/slide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2.xml" 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image" Target="media/image2.png" /><Relationship Id="rId0" Type="http://schemas.openxmlformats.org/officeDocument/2006/relationships/slideLayout" Target="../slideLayouts/slideLayout2.xml" /></Relationships>
</file>

<file path=ppt/slides/_rels/slide6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2.xml" 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image" Target="media/image3.png" /><Relationship Id="rId0" Type="http://schemas.openxmlformats.org/officeDocument/2006/relationships/slideLayout" Target="../slideLayouts/slideLayout2.xml" /></Relationships>
</file>

<file path=ppt/slides/_rels/slide8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true"/>
          </p:cNvSpPr>
          <p:nvPr>
            <p:ph type="ctrTitle"/>
          </p:nvPr>
        </p:nvSpPr>
        <p:spPr/>
        <p:txBody>
          <a:bodyPr>
            <a:normAutofit fontScale="100000"/>
          </a:bodyPr>
          <a:lstStyle/>
          <a:p>
            <a:pPr>
              <a:buNone/>
            </a:pPr>
            <a:r>
              <a:rPr lang="en-US"/>
              <a:t>UE</a:t>
            </a:r>
            <a:r>
              <a:rPr lang="zh-CN"/>
              <a:t>直播课</a:t>
            </a:r>
            <a:r>
              <a:rPr lang="en-US"/>
              <a:t>Day5</a:t>
            </a:r>
            <a:endParaRPr lang="zh-CN"/>
          </a:p>
        </p:txBody>
      </p:sp>
      <p:sp>
        <p:nvSpPr>
          <p:cNvPr id="3" name="副标题 2"/>
          <p:cNvSpPr>
            <a:spLocks noGrp="true"/>
          </p:cNvSpPr>
          <p:nvPr>
            <p:ph type="subTitle" idx="1"/>
          </p:nvPr>
        </p:nvSpPr>
        <p:spPr/>
        <p:txBody>
          <a:bodyPr>
            <a:normAutofit fontScale="100000"/>
          </a:bodyPr>
          <a:lstStyle/>
          <a:p>
            <a:pPr>
              <a:buFont typeface="Arial" charset="0"/>
              <a:buNone/>
            </a:pPr>
            <a:r>
              <a:rPr lang="zh-CN"/>
              <a:t>蓝图通信</a:t>
            </a:r>
            <a:endParaRPr lang="zh-CN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>
  <p:cSld>
    <p:spTree>
      <p:nvGrpSpPr>
        <p:cNvPr id="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true"/>
          </p:cNvSpPr>
          <p:nvPr>
            <p:ph type="title"/>
          </p:nvPr>
        </p:nvSpPr>
        <p:spPr/>
        <p:txBody>
          <a:bodyPr>
            <a:normAutofit fontScale="100000"/>
          </a:bodyPr>
          <a:lstStyle/>
          <a:p>
            <a:pPr>
              <a:buNone/>
            </a:pPr>
            <a:r>
              <a:rPr lang="zh-CN"/>
              <a:t>为什么要通信</a:t>
            </a:r>
            <a:endParaRPr/>
          </a:p>
        </p:txBody>
      </p:sp>
      <p:sp>
        <p:nvSpPr>
          <p:cNvPr id="6" name="内容占位符 2"/>
          <p:cNvSpPr>
            <a:spLocks noGrp="true"/>
          </p:cNvSpPr>
          <p:nvPr>
            <p:ph idx="1"/>
          </p:nvPr>
        </p:nvSpPr>
        <p:spPr/>
        <p:txBody>
          <a:bodyPr>
            <a:normAutofit fontScale="100000"/>
          </a:bodyPr>
          <a:lstStyle/>
          <a:p>
            <a:pPr>
              <a:buFont typeface="Arial" charset="0"/>
              <a:buChar char="•"/>
            </a:pPr>
            <a:r>
              <a:rPr lang="zh-CN"/>
              <a:t>之前我们讲的都是单个单个的</a:t>
            </a:r>
            <a:r>
              <a:rPr lang="en-US"/>
              <a:t>Actor</a:t>
            </a:r>
            <a:r>
              <a:rPr lang="zh-CN"/>
              <a:t>，现在如果我们想要用</a:t>
            </a:r>
            <a:r>
              <a:rPr lang="en-US"/>
              <a:t>A</a:t>
            </a:r>
            <a:r>
              <a:rPr lang="zh-CN"/>
              <a:t>控制</a:t>
            </a:r>
            <a:r>
              <a:rPr lang="en-US"/>
              <a:t>B</a:t>
            </a:r>
            <a:r>
              <a:rPr lang="zh-CN"/>
              <a:t>的行为呢，比方说想要让</a:t>
            </a:r>
            <a:r>
              <a:rPr lang="en-US"/>
              <a:t>A</a:t>
            </a:r>
            <a:r>
              <a:rPr lang="zh-CN"/>
              <a:t>开关可以打开</a:t>
            </a:r>
            <a:r>
              <a:rPr lang="en-US"/>
              <a:t>B</a:t>
            </a:r>
            <a:r>
              <a:rPr lang="zh-CN"/>
              <a:t>的门</a:t>
            </a:r>
            <a:endParaRPr/>
          </a:p>
        </p:txBody>
      </p:sp>
    </p:spTree>
  </p:cSld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1"/>
          <p:cNvSpPr>
            <a:spLocks noGrp="true"/>
          </p:cNvSpPr>
          <p:nvPr>
            <p:ph type="title"/>
          </p:nvPr>
        </p:nvSpPr>
        <p:spPr/>
        <p:txBody>
          <a:bodyPr>
            <a:normAutofit fontScale="100000"/>
          </a:bodyPr>
          <a:lstStyle/>
          <a:p>
            <a:pPr>
              <a:buNone/>
            </a:pPr>
            <a:r>
              <a:rPr lang="zh-CN"/>
              <a:t>使用</a:t>
            </a:r>
            <a:r>
              <a:rPr lang="en-US"/>
              <a:t>Cast</a:t>
            </a:r>
            <a:endParaRPr/>
          </a:p>
        </p:txBody>
      </p:sp>
      <p:sp>
        <p:nvSpPr>
          <p:cNvPr id="9" name="内容占位符 2"/>
          <p:cNvSpPr>
            <a:spLocks noGrp="true"/>
          </p:cNvSpPr>
          <p:nvPr>
            <p:ph idx="1"/>
          </p:nvPr>
        </p:nvSpPr>
        <p:spPr/>
        <p:txBody>
          <a:bodyPr>
            <a:normAutofit fontScale="100000"/>
          </a:bodyPr>
          <a:lstStyle/>
          <a:p>
            <a:pPr>
              <a:buFont typeface="Arial" charset="0"/>
              <a:buChar char="•"/>
            </a:pPr>
            <a:r>
              <a:rPr lang="zh-CN"/>
              <a:t>有了这个节点我们就可以提取出</a:t>
            </a:r>
            <a:r>
              <a:rPr lang="en-US"/>
              <a:t>
B</a:t>
            </a:r>
            <a:r>
              <a:rPr lang="zh-CN"/>
              <a:t>物体的特征了</a:t>
            </a:r>
            <a:endParaRPr/>
          </a:p>
        </p:txBody>
      </p:sp>
      <p:pic>
        <p:nvPicPr>
          <p:cNvPr id="10" name="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 rot="0" flipH="false" flipV="false">
            <a:off x="7097491" y="2655556"/>
            <a:ext cx="4256308" cy="3521406"/>
          </a:xfrm>
          <a:prstGeom prst="rect"/>
        </p:spPr>
      </p:pic>
    </p:spTree>
  </p:cSld>
</p:sld>
</file>

<file path=ppt/slides/slide4.xml><?xml version="1.0" encoding="utf-8"?>
<p:sld xmlns:a="http://schemas.openxmlformats.org/drawingml/2006/main" xmlns:p="http://schemas.openxmlformats.org/presentationml/2006/main">
  <p:cSld>
    <p:spTree>
      <p:nvGrpSpPr>
        <p:cNvPr id="1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标题 1"/>
          <p:cNvSpPr>
            <a:spLocks noGrp="true"/>
          </p:cNvSpPr>
          <p:nvPr>
            <p:ph type="title"/>
          </p:nvPr>
        </p:nvSpPr>
        <p:spPr/>
        <p:txBody>
          <a:bodyPr>
            <a:normAutofit fontScale="100000"/>
          </a:bodyPr>
          <a:lstStyle/>
          <a:p>
            <a:pPr>
              <a:buNone/>
            </a:pPr>
            <a:r>
              <a:rPr lang="zh-CN"/>
              <a:t>问题</a:t>
            </a:r>
            <a:endParaRPr/>
          </a:p>
        </p:txBody>
      </p:sp>
      <p:sp>
        <p:nvSpPr>
          <p:cNvPr id="13" name="内容占位符 2"/>
          <p:cNvSpPr>
            <a:spLocks noGrp="true"/>
          </p:cNvSpPr>
          <p:nvPr>
            <p:ph idx="1"/>
          </p:nvPr>
        </p:nvSpPr>
        <p:spPr/>
        <p:txBody>
          <a:bodyPr>
            <a:normAutofit fontScale="100000"/>
          </a:bodyPr>
          <a:lstStyle/>
          <a:p>
            <a:pPr>
              <a:buFont typeface="Arial" charset="0"/>
              <a:buChar char="•"/>
            </a:pPr>
            <a:r>
              <a:rPr lang="zh-CN"/>
              <a:t>如果我有一个按钮，他可能会控制门，也有可能控制灯，那么我需要写两次</a:t>
            </a:r>
            <a:r>
              <a:rPr lang="en-US"/>
              <a:t>Cast</a:t>
            </a:r>
            <a:r>
              <a:rPr lang="zh-CN"/>
              <a:t>吗？</a:t>
            </a:r>
            <a:endParaRPr/>
          </a:p>
        </p:txBody>
      </p:sp>
    </p:spTree>
  </p:cSld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标题 1"/>
          <p:cNvSpPr>
            <a:spLocks noGrp="true"/>
          </p:cNvSpPr>
          <p:nvPr>
            <p:ph type="title"/>
          </p:nvPr>
        </p:nvSpPr>
        <p:spPr/>
        <p:txBody>
          <a:bodyPr>
            <a:normAutofit fontScale="100000"/>
          </a:bodyPr>
          <a:lstStyle/>
          <a:p>
            <a:pPr>
              <a:buNone/>
            </a:pPr>
            <a:r>
              <a:rPr lang="zh-CN"/>
              <a:t>使用接口</a:t>
            </a:r>
            <a:endParaRPr/>
          </a:p>
        </p:txBody>
      </p:sp>
      <p:sp>
        <p:nvSpPr>
          <p:cNvPr id="16" name="内容占位符 2"/>
          <p:cNvSpPr>
            <a:spLocks noGrp="true"/>
          </p:cNvSpPr>
          <p:nvPr>
            <p:ph idx="1"/>
          </p:nvPr>
        </p:nvSpPr>
        <p:spPr/>
        <p:txBody>
          <a:bodyPr>
            <a:normAutofit fontScale="100000"/>
          </a:bodyPr>
          <a:lstStyle/>
          <a:p>
            <a:pPr>
              <a:buFont typeface="Arial" charset="0"/>
              <a:buChar char="•"/>
            </a:pPr>
            <a:r>
              <a:rPr lang="zh-CN"/>
              <a:t>创建一个可以作用于灯和门的开关</a:t>
            </a:r>
            <a:endParaRPr/>
          </a:p>
        </p:txBody>
      </p:sp>
      <p:pic>
        <p:nvPicPr>
          <p:cNvPr id="17" name="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 rot="0" flipH="false" flipV="false">
            <a:off x="5591175" y="3367088"/>
            <a:ext cx="5762625" cy="2809875"/>
          </a:xfrm>
          <a:prstGeom prst="rect"/>
        </p:spPr>
      </p:pic>
    </p:spTree>
  </p:cSld>
</p:sld>
</file>

<file path=ppt/slides/slide6.xml><?xml version="1.0" encoding="utf-8"?>
<p:sld xmlns:a="http://schemas.openxmlformats.org/drawingml/2006/main" xmlns:p="http://schemas.openxmlformats.org/presentationml/2006/main">
  <p:cSld>
    <p:spTree>
      <p:nvGrpSpPr>
        <p:cNvPr id="1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标题 1"/>
          <p:cNvSpPr>
            <a:spLocks noGrp="true"/>
          </p:cNvSpPr>
          <p:nvPr>
            <p:ph type="title"/>
          </p:nvPr>
        </p:nvSpPr>
        <p:spPr/>
        <p:txBody>
          <a:bodyPr>
            <a:normAutofit fontScale="100000"/>
          </a:bodyPr>
          <a:lstStyle/>
          <a:p>
            <a:pPr>
              <a:buNone/>
            </a:pPr>
            <a:r>
              <a:rPr lang="zh-CN"/>
              <a:t>问题：</a:t>
            </a:r>
            <a:endParaRPr/>
          </a:p>
        </p:txBody>
      </p:sp>
      <p:sp>
        <p:nvSpPr>
          <p:cNvPr id="20" name="内容占位符 2"/>
          <p:cNvSpPr>
            <a:spLocks noGrp="true"/>
          </p:cNvSpPr>
          <p:nvPr>
            <p:ph idx="1"/>
          </p:nvPr>
        </p:nvSpPr>
        <p:spPr/>
        <p:txBody>
          <a:bodyPr>
            <a:normAutofit fontScale="100000"/>
          </a:bodyPr>
          <a:lstStyle/>
          <a:p>
            <a:pPr>
              <a:buFont typeface="Arial" charset="0"/>
              <a:buChar char="•"/>
            </a:pPr>
            <a:r>
              <a:rPr lang="zh-CN"/>
              <a:t>如果我的一个开关同时控制多个机关，即我想要按一次按钮就打开门和灯</a:t>
            </a:r>
            <a:endParaRPr/>
          </a:p>
          <a:p>
            <a:pPr>
              <a:buFont typeface="Arial" charset="0"/>
              <a:buChar char="•"/>
            </a:pPr>
            <a:endParaRPr lang="zh-CN"/>
          </a:p>
        </p:txBody>
      </p:sp>
    </p:spTree>
  </p:cSld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标题 1"/>
          <p:cNvSpPr>
            <a:spLocks noGrp="true"/>
          </p:cNvSpPr>
          <p:nvPr>
            <p:ph type="title"/>
          </p:nvPr>
        </p:nvSpPr>
        <p:spPr/>
        <p:txBody>
          <a:bodyPr>
            <a:normAutofit fontScale="100000"/>
          </a:bodyPr>
          <a:lstStyle/>
          <a:p>
            <a:pPr>
              <a:buNone/>
            </a:pPr>
            <a:r>
              <a:rPr lang="zh-CN"/>
              <a:t>使用事件绑定</a:t>
            </a:r>
            <a:endParaRPr/>
          </a:p>
        </p:txBody>
      </p:sp>
      <p:sp>
        <p:nvSpPr>
          <p:cNvPr id="23" name="内容占位符 2"/>
          <p:cNvSpPr>
            <a:spLocks noGrp="true"/>
          </p:cNvSpPr>
          <p:nvPr>
            <p:ph idx="1"/>
          </p:nvPr>
        </p:nvSpPr>
        <p:spPr/>
        <p:txBody>
          <a:bodyPr>
            <a:normAutofit fontScale="100000"/>
          </a:bodyPr>
          <a:lstStyle/>
          <a:p>
            <a:pPr>
              <a:buFont typeface="Arial" charset="0"/>
              <a:buChar char="•"/>
            </a:pPr>
            <a:r>
              <a:rPr lang="zh-CN"/>
              <a:t>将灯和门绑定到开关上</a:t>
            </a:r>
            <a:endParaRPr/>
          </a:p>
        </p:txBody>
      </p:sp>
      <p:pic>
        <p:nvPicPr>
          <p:cNvPr id="24" name="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 rot="0" flipH="false" flipV="false">
            <a:off x="5524500" y="3890963"/>
            <a:ext cx="5829300" cy="2286000"/>
          </a:xfrm>
          <a:prstGeom prst="rect"/>
        </p:spPr>
      </p:pic>
    </p:spTree>
  </p:cSld>
</p:sld>
</file>

<file path=ppt/slides/slide8.xml><?xml version="1.0" encoding="utf-8"?>
<p:sld xmlns:a="http://schemas.openxmlformats.org/drawingml/2006/main" xmlns:p="http://schemas.openxmlformats.org/presentationml/2006/main">
  <p:cSld>
    <p:spTree>
      <p:nvGrpSpPr>
        <p:cNvPr id="2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标题 1"/>
          <p:cNvSpPr>
            <a:spLocks noGrp="true"/>
          </p:cNvSpPr>
          <p:nvPr>
            <p:ph type="title"/>
          </p:nvPr>
        </p:nvSpPr>
        <p:spPr/>
        <p:txBody>
          <a:bodyPr>
            <a:normAutofit fontScale="100000"/>
          </a:bodyPr>
          <a:lstStyle/>
          <a:p>
            <a:pPr>
              <a:buNone/>
            </a:pPr>
            <a:r>
              <a:rPr lang="zh-CN"/>
              <a:t>作业</a:t>
            </a:r>
            <a:endParaRPr/>
          </a:p>
        </p:txBody>
      </p:sp>
      <p:sp>
        <p:nvSpPr>
          <p:cNvPr id="27" name="内容占位符 2"/>
          <p:cNvSpPr>
            <a:spLocks noGrp="true"/>
          </p:cNvSpPr>
          <p:nvPr>
            <p:ph idx="1"/>
          </p:nvPr>
        </p:nvSpPr>
        <p:spPr/>
        <p:txBody>
          <a:bodyPr>
            <a:normAutofit fontScale="100000"/>
          </a:bodyPr>
          <a:lstStyle/>
          <a:p>
            <a:pPr>
              <a:buFont typeface="Arial" charset="0"/>
              <a:buChar char="•"/>
            </a:pPr>
            <a:r>
              <a:rPr lang="en-US"/>
              <a:t>1.</a:t>
            </a:r>
            <a:r>
              <a:rPr lang="zh-CN"/>
              <a:t>使用</a:t>
            </a:r>
            <a:r>
              <a:rPr lang="en-US"/>
              <a:t>Cast</a:t>
            </a:r>
            <a:r>
              <a:rPr lang="zh-CN"/>
              <a:t>做一个开关控制灯</a:t>
            </a:r>
            <a:endParaRPr/>
          </a:p>
          <a:p>
            <a:pPr>
              <a:buFont typeface="Arial" charset="0"/>
              <a:buChar char="•"/>
            </a:pPr>
            <a:r>
              <a:rPr lang="en-US"/>
              <a:t>2.</a:t>
            </a:r>
            <a:r>
              <a:rPr lang="zh-CN"/>
              <a:t>使用接口做开关可以设置的控制灯或门</a:t>
            </a:r>
            <a:endParaRPr/>
          </a:p>
          <a:p>
            <a:pPr>
              <a:buFont typeface="Arial" charset="0"/>
              <a:buChar char="•"/>
            </a:pPr>
            <a:r>
              <a:rPr lang="en-US"/>
              <a:t>3.</a:t>
            </a:r>
            <a:r>
              <a:rPr lang="zh-CN"/>
              <a:t>使用事件绑定让一个开关可以控制多个门和灯</a:t>
            </a:r>
            <a:endParaRPr/>
          </a:p>
        </p:txBody>
      </p:sp>
    </p:spTree>
  </p:cSld>
</p:sld>
</file>

<file path=ppt/theme/theme1.xml><?xml version="1.0" encoding="utf-8"?>
<a:theme xmlns:a="http://schemas.openxmlformats.org/drawingml/2006/main" name="腾讯文档 默认主题​">
  <a:themeElements>
    <a:clrScheme name="Tencent">
      <a:dk1>
        <a:srgbClr val="000000"/>
      </a:dk1>
      <a:lt1>
        <a:srgbClr val="FFFFFF"/>
      </a:lt1>
      <a:dk2>
        <a:srgbClr val="485368"/>
      </a:dk2>
      <a:lt2>
        <a:srgbClr val="2972F4"/>
      </a:lt2>
      <a:accent1>
        <a:srgbClr val="00A3F5"/>
      </a:accent1>
      <a:accent2>
        <a:srgbClr val="319B62"/>
      </a:accent2>
      <a:accent3>
        <a:srgbClr val="DE3C36"/>
      </a:accent3>
      <a:accent4>
        <a:srgbClr val="F88825"/>
      </a:accent4>
      <a:accent5>
        <a:srgbClr val="F5C400"/>
      </a:accent5>
      <a:accent6>
        <a:srgbClr val="9A38D7"/>
      </a:accent6>
      <a:hlink>
        <a:srgbClr val="175CEB"/>
      </a:hlink>
      <a:folHlink>
        <a:srgbClr val="81868F"/>
      </a:folHlink>
    </a:clrScheme>
    <a:fontScheme name="Office">
      <a:majorFont>
        <a:latin typeface="Arial"/>
        <a:ea typeface="Microsoft YaHei"/>
        <a:cs typeface=""/>
      </a:majorFont>
      <a:minorFont>
        <a:latin typeface="Arial"/>
        <a:ea typeface="Microsoft YaHei"/>
        <a:cs typeface=""/>
      </a:minorFont>
    </a:fontScheme>
    <a:fmtScheme name="Office">
      <a:fillStyleLst>
        <a:solidFill>
          <a:schemeClr val="phClr"/>
        </a:solidFill>
        <a:gradFill rotWithShape="true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false"/>
        </a:gradFill>
        <a:gradFill rotWithShape="true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false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false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true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false"/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Application>Tencent office</Application>
</Properties>
</file>

<file path=docProps/core.xml><?xml version="1.0" encoding="utf-8"?>
<cp:coreProperties xmlns:xsi="http://www.w3.org/2001/XMLSchema-instance" xmlns:dcmitype="http://purl.org/dc/dcmitype/" xmlns:dcterms="http://purl.org/dc/terms/" xmlns:cp="http://schemas.openxmlformats.org/package/2006/metadata/core-properties" xmlns:dc="http://purl.org/dc/elements/1.1/">
  <dcterms:created xsi:type="dcterms:W3CDTF">2025-01-24T20:41:12Z</dcterms:created>
  <dcterms:modified xsi:type="dcterms:W3CDTF">2025-01-24T20:41:12Z</dcterms:modified>
</cp:coreProperties>
</file>
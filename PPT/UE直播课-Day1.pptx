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 type="screen16x9"/>
  <p:notesSz cx="6858000" cy="9144000"/>
  <p:defaultTextStyle>
    <a:lvl1pPr marL="0" lvl="0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1pPr>
    <a:lvl2pPr marL="457200" lvl="1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2pPr>
    <a:lvl3pPr marL="914400" lvl="2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3pPr>
    <a:lvl4pPr marL="1371600" lvl="3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4pPr>
    <a:lvl5pPr marL="1828800" lvl="4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5pPr>
    <a:lvl6pPr marL="2286000" lvl="5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6pPr>
    <a:lvl7pPr marL="2743200" lvl="6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7pPr>
    <a:lvl8pPr marL="3200400" lvl="7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8pPr>
    <a:lvl9pPr marL="3657600" lvl="8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/>
              <a:t>单击此处编辑母版副标题样式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0F7DC6A6-BF1E-4CE5-B3E6-718B8EA0B82A}" type="datetime1">
              <a:rPr lang="zh-CN" altLang="en-US"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FC705DF-EB6A-4429-A9CF-8086C29D54D9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10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7B03108F-6D01-401F-BB83-A4EE273EE035}" type="datetime1">
              <a:rPr lang="zh-CN" altLang="en-US"/>
            </a:fld>
            <a:endParaRPr lang="zh-CN"/>
          </a:p>
        </p:txBody>
      </p:sp>
      <p:sp>
        <p:nvSpPr>
          <p:cNvPr id="11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12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A18DFAB-279D-45FB-8988-01B47F34F95A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22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8D5B006A-3E28-4231-AF04-14767498E664}" type="datetime1">
              <a:rPr lang="zh-CN" altLang="en-US"/>
            </a:fld>
            <a:endParaRPr lang="zh-CN"/>
          </a:p>
        </p:txBody>
      </p:sp>
      <p:sp>
        <p:nvSpPr>
          <p:cNvPr id="23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24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8B94FA0-F740-4CDC-A935-5AEA919A98DA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28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29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A1F3BCCF-927F-4C14-9052-F5177C3C439D}" type="datetime1">
              <a:rPr lang="zh-CN" altLang="en-US"/>
            </a:fld>
            <a:endParaRPr lang="zh-CN"/>
          </a:p>
        </p:txBody>
      </p:sp>
      <p:sp>
        <p:nvSpPr>
          <p:cNvPr id="30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31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08259AF-2A25-452C-AA5F-7B080E8C5A7E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35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36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37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38" name="日期占位符 6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E19FF268-CF0C-4595-A6A8-A0B1FC2FEB42}" type="datetime1">
              <a:rPr lang="zh-CN" altLang="en-US"/>
            </a:fld>
            <a:endParaRPr lang="zh-CN"/>
          </a:p>
        </p:txBody>
      </p:sp>
      <p:sp>
        <p:nvSpPr>
          <p:cNvPr id="39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40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3A90A56-B7DA-460C-8F46-95BFAF0AF95F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4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E05E0E50-3259-4429-AAEB-7BA10F2285FC}" type="datetime1">
              <a:rPr lang="zh-CN" altLang="en-US"/>
            </a:fld>
            <a:endParaRPr lang="zh-CN"/>
          </a:p>
        </p:txBody>
      </p:sp>
      <p:sp>
        <p:nvSpPr>
          <p:cNvPr id="4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4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2178EC5-58A4-4F44-B83C-34BE3E218ABE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03EF5456-EA9D-47AD-816E-BBFCE6D3FB5C}" type="datetime1">
              <a:rPr lang="zh-CN" altLang="en-US"/>
            </a:fld>
            <a:endParaRPr lang="zh-CN"/>
          </a:p>
        </p:txBody>
      </p:sp>
      <p:sp>
        <p:nvSpPr>
          <p:cNvPr id="48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49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3199BA4-F8C4-48F6-BF3D-6D4BD834E815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53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54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BDD0B665-21F2-4210-A0AB-1FF516ABB0EC}" type="datetime1">
              <a:rPr lang="zh-CN" altLang="en-US"/>
            </a:fld>
            <a:endParaRPr lang="zh-CN"/>
          </a:p>
        </p:txBody>
      </p:sp>
      <p:sp>
        <p:nvSpPr>
          <p:cNvPr id="55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56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3120986-D9F8-450A-8E8A-7B53A97B66E9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60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61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4E233BD8-DB7E-4E6E-9456-6D1E77C88269}" type="datetime1">
              <a:rPr lang="zh-CN" altLang="en-US"/>
            </a:fld>
            <a:endParaRPr lang="zh-CN"/>
          </a:p>
        </p:txBody>
      </p:sp>
      <p:sp>
        <p:nvSpPr>
          <p:cNvPr id="62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63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47CCC7F-E1A2-469B-A337-764C3DF0731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66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67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9772B07E-4E44-4E95-89AF-F1EF6F4CC7EC}" type="datetime1">
              <a:rPr lang="zh-CN" altLang="en-US"/>
            </a:fld>
            <a:endParaRPr lang="zh-CN"/>
          </a:p>
        </p:txBody>
      </p:sp>
      <p:sp>
        <p:nvSpPr>
          <p:cNvPr id="68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69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0D47AF7-089F-4725-8B45-DEA8A59F6C62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5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1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17AA1729-FFEC-4670-BE57-9BB1B6CF1583}" type="datetime1">
              <a:rPr lang="zh-CN" altLang="en-US"/>
            </a:fld>
            <a:endParaRPr 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7AACFD0-6D64-47CD-A483-D6FD45307366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ADBE2-30DF-480B-A5CC-C216012A8DE2}" type="datetime1">
              <a:rPr lang="zh-CN" altLang="en-US"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9DED9-3562-4003-9ED4-F9F7C2DA97F0}" type="slidenum">
              <a:rPr lang="zh-CN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lvl="0" algn="l" defTabSz="914400">
        <a:lnSpc>
          <a:spcPct val="13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/>
              <a:t>UE</a:t>
            </a:r>
            <a:r>
              <a:rPr lang="zh-CN"/>
              <a:t>直播课</a:t>
            </a:r>
            <a:r>
              <a:rPr lang="en-US"/>
              <a:t>-Day1</a:t>
            </a:r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/>
              <a:t>编辑器整体界面及操作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启动</a:t>
            </a:r>
            <a:r>
              <a:rPr lang="en-US"/>
              <a:t>UE</a:t>
            </a:r>
            <a:endParaRPr lang="en-US"/>
          </a:p>
        </p:txBody>
      </p:sp>
      <p:sp>
        <p:nvSpPr>
          <p:cNvPr id="15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/>
              <a:t>从</a:t>
            </a:r>
            <a:r>
              <a:rPr lang="en-US"/>
              <a:t>Epic</a:t>
            </a:r>
            <a:r>
              <a:rPr lang="zh-CN"/>
              <a:t>启动器中打开</a:t>
            </a:r>
            <a:r>
              <a:rPr lang="en-US"/>
              <a:t>UE5.5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在</a:t>
            </a:r>
            <a:r>
              <a:rPr lang="en-US"/>
              <a:t>UE5.5</a:t>
            </a:r>
            <a:r>
              <a:rPr lang="zh-CN"/>
              <a:t>中新建项目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>
            <a:spLocks noGrp="1"/>
          </p:cNvSpPr>
          <p:nvPr>
            <p:ph type="title"/>
          </p:nvPr>
        </p:nvSpPr>
        <p:spPr>
          <a:ln w="12700">
            <a:solidFill>
              <a:srgbClr val="5C5C5C">
                <a:alpha val="100000"/>
              </a:srgbClr>
            </a:solidFill>
            <a:prstDash val="solid"/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zh-CN"/>
              <a:t>界面布局的介绍</a:t>
            </a:r>
            <a:endParaRPr lang="zh-CN"/>
          </a:p>
        </p:txBody>
      </p:sp>
      <p:sp>
        <p:nvSpPr>
          <p:cNvPr id="18" name="内容占位符 2"/>
          <p:cNvSpPr>
            <a:spLocks noGrp="1"/>
          </p:cNvSpPr>
          <p:nvPr>
            <p:ph idx="1"/>
          </p:nvPr>
        </p:nvSpPr>
        <p:spPr>
          <a:xfrm>
            <a:off x="831850" y="1825625"/>
            <a:ext cx="10515600" cy="43513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/>
              <a:t>菜单栏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模式面板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世界大纲面板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细节面板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内容浏览器面板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视口面板（视口操作的快捷键）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视口的讲解</a:t>
            </a:r>
            <a:endParaRPr lang="zh-CN"/>
          </a:p>
        </p:txBody>
      </p:sp>
      <p:sp>
        <p:nvSpPr>
          <p:cNvPr id="21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/>
              <a:t>创建</a:t>
            </a:r>
            <a:r>
              <a:rPr lang="en-US"/>
              <a:t>Level 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什么是</a:t>
            </a:r>
            <a:r>
              <a:rPr lang="en-US"/>
              <a:t>Actor</a:t>
            </a:r>
            <a:r>
              <a:rPr lang="zh-CN"/>
              <a:t>和</a:t>
            </a:r>
            <a:r>
              <a:rPr lang="en-US"/>
              <a:t>Level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视图模式（仅光照，线框）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透视图和正交图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放置</a:t>
            </a:r>
            <a:r>
              <a:rPr lang="en-US"/>
              <a:t>Actor</a:t>
            </a:r>
            <a:endParaRPr lang="en-US"/>
          </a:p>
        </p:txBody>
      </p:sp>
      <p:sp>
        <p:nvSpPr>
          <p:cNvPr id="24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/>
              <a:t>三种变换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快速切换变换的快捷键</a:t>
            </a:r>
            <a:r>
              <a:rPr lang="en-US"/>
              <a:t> 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自动对齐的工具</a:t>
            </a:r>
            <a:endParaRPr 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视口操作的快捷键</a:t>
            </a:r>
            <a:endParaRPr lang="zh-CN"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/>
              <a:t>WASD</a:t>
            </a:r>
            <a:r>
              <a:rPr lang="zh-CN"/>
              <a:t>移动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F </a:t>
            </a:r>
            <a:r>
              <a:rPr lang="zh-CN"/>
              <a:t>聚焦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单</a:t>
            </a:r>
            <a:r>
              <a:rPr lang="en-US"/>
              <a:t>Ctrl</a:t>
            </a:r>
            <a:r>
              <a:rPr lang="zh-CN"/>
              <a:t>拖拽</a:t>
            </a:r>
            <a:r>
              <a:rPr lang="en-US"/>
              <a:t> </a:t>
            </a:r>
            <a:r>
              <a:rPr lang="zh-CN"/>
              <a:t>单</a:t>
            </a:r>
            <a:r>
              <a:rPr lang="en-US"/>
              <a:t>Shift</a:t>
            </a:r>
            <a:r>
              <a:rPr lang="zh-CN"/>
              <a:t>拖拽</a:t>
            </a:r>
            <a:r>
              <a:rPr lang="en-US"/>
              <a:t> Ctrl+Alt+</a:t>
            </a:r>
            <a:r>
              <a:rPr lang="zh-CN"/>
              <a:t>单击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Alt + </a:t>
            </a:r>
            <a:r>
              <a:rPr lang="zh-CN"/>
              <a:t>左键</a:t>
            </a:r>
            <a:r>
              <a:rPr lang="en-US"/>
              <a:t> + </a:t>
            </a:r>
            <a:r>
              <a:rPr lang="zh-CN"/>
              <a:t>拖拽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Alt + </a:t>
            </a:r>
            <a:r>
              <a:rPr lang="zh-CN"/>
              <a:t>右键</a:t>
            </a:r>
            <a:r>
              <a:rPr lang="en-US"/>
              <a:t> + </a:t>
            </a:r>
            <a:r>
              <a:rPr lang="zh-CN"/>
              <a:t>拖拽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Alt + </a:t>
            </a:r>
            <a:r>
              <a:rPr lang="zh-CN"/>
              <a:t>中键</a:t>
            </a:r>
            <a:r>
              <a:rPr lang="en-US"/>
              <a:t> + </a:t>
            </a:r>
            <a:r>
              <a:rPr lang="zh-CN"/>
              <a:t>拖拽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关卡编辑器工具栏</a:t>
            </a:r>
            <a:endParaRPr 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课堂强化</a:t>
            </a:r>
            <a:endParaRPr lang="zh-CN"/>
          </a:p>
        </p:txBody>
      </p:sp>
      <p:sp>
        <p:nvSpPr>
          <p:cNvPr id="30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/>
              <a:t>如果你想要让你的视口聚焦到一个</a:t>
            </a:r>
            <a:r>
              <a:rPr lang="en-US"/>
              <a:t>Actor</a:t>
            </a:r>
            <a:r>
              <a:rPr lang="zh-CN"/>
              <a:t>怎么做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任何被放入关卡的资源被看作是一个</a:t>
            </a:r>
            <a:r>
              <a:rPr lang="en-US"/>
              <a:t>Actor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对于一个</a:t>
            </a:r>
            <a:r>
              <a:rPr lang="en-US"/>
              <a:t>Actor</a:t>
            </a:r>
            <a:r>
              <a:rPr lang="zh-CN"/>
              <a:t>有哪三种变换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正交和透视视图如何切换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如果我想要快速复制一堆</a:t>
            </a:r>
            <a:r>
              <a:rPr lang="en-US"/>
              <a:t>Actor</a:t>
            </a:r>
            <a:r>
              <a:rPr lang="zh-CN"/>
              <a:t>怎么办</a:t>
            </a:r>
            <a:endParaRPr 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作业</a:t>
            </a:r>
            <a:endParaRPr lang="zh-CN"/>
          </a:p>
        </p:txBody>
      </p:sp>
      <p:sp>
        <p:nvSpPr>
          <p:cNvPr id="3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/>
              <a:t>将界面布局介绍中的窗口等都打开并找到位置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找到语言切换的选项，并且尝试切换中英文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将视口中的快捷操作都自己操作一下</a:t>
            </a:r>
            <a:endParaRPr 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光照初步</a:t>
            </a:r>
            <a:r>
              <a:rPr lang="en-US"/>
              <a:t>-</a:t>
            </a:r>
            <a:r>
              <a:rPr lang="zh-CN"/>
              <a:t>术语</a:t>
            </a:r>
            <a:endParaRPr lang="zh-CN"/>
          </a:p>
        </p:txBody>
      </p:sp>
      <p:sp>
        <p:nvSpPr>
          <p:cNvPr id="36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/>
              <a:t>直接光</a:t>
            </a:r>
            <a:r>
              <a:rPr lang="en-US"/>
              <a:t> </a:t>
            </a:r>
            <a:r>
              <a:rPr lang="zh-CN"/>
              <a:t>直接照到</a:t>
            </a:r>
            <a:r>
              <a:rPr lang="en-US"/>
              <a:t>Actor</a:t>
            </a:r>
            <a:r>
              <a:rPr lang="zh-CN"/>
              <a:t>的光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间接光</a:t>
            </a:r>
            <a:r>
              <a:rPr lang="en-US"/>
              <a:t> </a:t>
            </a:r>
            <a:r>
              <a:rPr lang="zh-CN"/>
              <a:t>通过其他</a:t>
            </a:r>
            <a:r>
              <a:rPr lang="en-US"/>
              <a:t>Actor</a:t>
            </a:r>
            <a:r>
              <a:rPr lang="zh-CN"/>
              <a:t>反射过来的光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静态光</a:t>
            </a:r>
            <a:r>
              <a:rPr lang="en-US"/>
              <a:t> </a:t>
            </a:r>
            <a:r>
              <a:rPr lang="zh-CN"/>
              <a:t>不会移动的光和物体，因此阴影也是固定不动的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动态光</a:t>
            </a:r>
            <a:r>
              <a:rPr lang="en-US"/>
              <a:t> </a:t>
            </a:r>
            <a:r>
              <a:rPr lang="zh-CN"/>
              <a:t>阴影是可能会变化的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阴影</a:t>
            </a:r>
            <a:r>
              <a:rPr lang="en-US"/>
              <a:t> 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光照类型</a:t>
            </a:r>
            <a:endParaRPr lang="zh-CN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/>
              <a:t>点光源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聚光灯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定向光源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天空光源</a:t>
            </a:r>
            <a:r>
              <a:rPr lang="en-US"/>
              <a:t> </a:t>
            </a:r>
            <a:r>
              <a:rPr lang="zh-CN"/>
              <a:t>（使用天空球）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endParaRPr 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光源属性</a:t>
            </a:r>
            <a:endParaRPr lang="zh-CN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/>
              <a:t>强度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光照颜色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衰减半径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投射阴影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内圆锥角、外圆锥角</a:t>
            </a:r>
            <a:r>
              <a:rPr lang="en-US"/>
              <a:t>(</a:t>
            </a:r>
            <a:r>
              <a:rPr lang="zh-CN"/>
              <a:t>聚光灯</a:t>
            </a:r>
            <a:r>
              <a:rPr lang="en-US"/>
              <a:t>)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色温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作业</a:t>
            </a:r>
            <a:endParaRPr lang="zh-CN"/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/>
              <a:t>创建一个空白场景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向里面加入一个正方体盒子</a:t>
            </a:r>
            <a:endParaRPr lang="zh-CN"/>
          </a:p>
          <a:p>
            <a:pPr>
              <a:buFont typeface="Arial" panose="020B0604020202020204" pitchFamily="34" charset="0"/>
              <a:buChar char="•"/>
            </a:pPr>
            <a:r>
              <a:rPr lang="zh-CN"/>
              <a:t>然后在里面添加光源，并确保正方体盒子的各个面都可以被清晰的照亮</a:t>
            </a:r>
            <a:endParaRPr lang="zh-CN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腾讯文档 默认主题​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609</Words>
  <Application>WPS 演示</Application>
  <PresentationFormat/>
  <Paragraphs>90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Wingdings</vt:lpstr>
      <vt:lpstr>腾讯文档 默认主题​</vt:lpstr>
      <vt:lpstr>UE直播课-Day1</vt:lpstr>
      <vt:lpstr>启动UE</vt:lpstr>
      <vt:lpstr>界面布局的介绍</vt:lpstr>
      <vt:lpstr>视口的讲解</vt:lpstr>
      <vt:lpstr>放置Actor</vt:lpstr>
      <vt:lpstr>视口操作的快捷键</vt:lpstr>
      <vt:lpstr>课堂强化</vt:lpstr>
      <vt:lpstr>作业</vt:lpstr>
      <vt:lpstr>光照初步-术语</vt:lpstr>
      <vt:lpstr>光照类型</vt:lpstr>
      <vt:lpstr>光源属性</vt:lpstr>
      <vt:lpstr>作业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UE直播课-Day1</dc:title>
  <dc:creator/>
  <cp:lastModifiedBy>苍穹狮鹫</cp:lastModifiedBy>
  <cp:revision>1</cp:revision>
  <dcterms:created xsi:type="dcterms:W3CDTF">2025-01-20T07:17:56Z</dcterms:created>
  <dcterms:modified xsi:type="dcterms:W3CDTF">2025-01-20T07:17:56Z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A997C8ED39B24ED2AE000FE08D752EEB_12</vt:lpwstr>
  </property>
  <property fmtid="{D5CDD505-2E9C-101B-9397-08002B2CF9AE}" pid="3" name="KSOProductBuildVer">
    <vt:lpwstr>2052-12.1.0.19770</vt:lpwstr>
  </property>
</Properties>
</file>